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02" r:id="rId2"/>
  </p:sldIdLst>
  <p:sldSz cx="3060700" cy="1911350"/>
  <p:notesSz cx="2609850" cy="1493838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6A6D"/>
    <a:srgbClr val="D71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94660"/>
  </p:normalViewPr>
  <p:slideViewPr>
    <p:cSldViewPr>
      <p:cViewPr varScale="1">
        <p:scale>
          <a:sx n="201" d="100"/>
          <a:sy n="201" d="100"/>
        </p:scale>
        <p:origin x="1320" y="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yk Wyczółkowski - The Company" userId="288d461d-eaab-4b00-b800-aa4e5a28dfe6" providerId="ADAL" clId="{023E43D6-DC3E-4706-BB42-F0DBAC8333BE}"/>
    <pc:docChg chg="undo custSel delSld modSld">
      <pc:chgData name="Patryk Wyczółkowski - The Company" userId="288d461d-eaab-4b00-b800-aa4e5a28dfe6" providerId="ADAL" clId="{023E43D6-DC3E-4706-BB42-F0DBAC8333BE}" dt="2026-04-04T13:28:53.609" v="27" actId="47"/>
      <pc:docMkLst>
        <pc:docMk/>
      </pc:docMkLst>
      <pc:sldChg chg="modSp mod">
        <pc:chgData name="Patryk Wyczółkowski - The Company" userId="288d461d-eaab-4b00-b800-aa4e5a28dfe6" providerId="ADAL" clId="{023E43D6-DC3E-4706-BB42-F0DBAC8333BE}" dt="2026-04-04T13:28:43.107" v="26" actId="20577"/>
        <pc:sldMkLst>
          <pc:docMk/>
          <pc:sldMk cId="1185325920" sldId="302"/>
        </pc:sldMkLst>
        <pc:spChg chg="mod">
          <ac:chgData name="Patryk Wyczółkowski - The Company" userId="288d461d-eaab-4b00-b800-aa4e5a28dfe6" providerId="ADAL" clId="{023E43D6-DC3E-4706-BB42-F0DBAC8333BE}" dt="2026-04-04T13:28:27.536" v="7" actId="20577"/>
          <ac:spMkLst>
            <pc:docMk/>
            <pc:sldMk cId="1185325920" sldId="302"/>
            <ac:spMk id="6" creationId="{9AF2D14D-236E-8047-E7B5-D5B324DE5468}"/>
          </ac:spMkLst>
        </pc:spChg>
        <pc:spChg chg="mod">
          <ac:chgData name="Patryk Wyczółkowski - The Company" userId="288d461d-eaab-4b00-b800-aa4e5a28dfe6" providerId="ADAL" clId="{023E43D6-DC3E-4706-BB42-F0DBAC8333BE}" dt="2026-04-04T13:28:37.857" v="22" actId="20577"/>
          <ac:spMkLst>
            <pc:docMk/>
            <pc:sldMk cId="1185325920" sldId="302"/>
            <ac:spMk id="7" creationId="{989029B6-ECA3-BFB4-6186-C53DCC0BF5E9}"/>
          </ac:spMkLst>
        </pc:spChg>
        <pc:spChg chg="mod">
          <ac:chgData name="Patryk Wyczółkowski - The Company" userId="288d461d-eaab-4b00-b800-aa4e5a28dfe6" providerId="ADAL" clId="{023E43D6-DC3E-4706-BB42-F0DBAC8333BE}" dt="2026-04-04T13:28:43.107" v="26" actId="20577"/>
          <ac:spMkLst>
            <pc:docMk/>
            <pc:sldMk cId="1185325920" sldId="302"/>
            <ac:spMk id="8" creationId="{C004B6BF-E514-D930-38E5-590BD4B149C0}"/>
          </ac:spMkLst>
        </pc:spChg>
        <pc:spChg chg="mod">
          <ac:chgData name="Patryk Wyczółkowski - The Company" userId="288d461d-eaab-4b00-b800-aa4e5a28dfe6" providerId="ADAL" clId="{023E43D6-DC3E-4706-BB42-F0DBAC8333BE}" dt="2026-04-04T13:28:33.093" v="18" actId="20577"/>
          <ac:spMkLst>
            <pc:docMk/>
            <pc:sldMk cId="1185325920" sldId="302"/>
            <ac:spMk id="9" creationId="{4A036F32-92CE-B2C1-ACFB-2FE99C82AA31}"/>
          </ac:spMkLst>
        </pc:spChg>
      </pc:sldChg>
      <pc:sldChg chg="del">
        <pc:chgData name="Patryk Wyczółkowski - The Company" userId="288d461d-eaab-4b00-b800-aa4e5a28dfe6" providerId="ADAL" clId="{023E43D6-DC3E-4706-BB42-F0DBAC8333BE}" dt="2026-04-04T13:28:53.609" v="27" actId="47"/>
        <pc:sldMkLst>
          <pc:docMk/>
          <pc:sldMk cId="3835706831" sldId="339"/>
        </pc:sldMkLst>
      </pc:sldChg>
      <pc:sldChg chg="del">
        <pc:chgData name="Patryk Wyczółkowski - The Company" userId="288d461d-eaab-4b00-b800-aa4e5a28dfe6" providerId="ADAL" clId="{023E43D6-DC3E-4706-BB42-F0DBAC8333BE}" dt="2026-04-04T13:28:53.609" v="27" actId="47"/>
        <pc:sldMkLst>
          <pc:docMk/>
          <pc:sldMk cId="3355136281" sldId="343"/>
        </pc:sldMkLst>
      </pc:sldChg>
      <pc:sldChg chg="del">
        <pc:chgData name="Patryk Wyczółkowski - The Company" userId="288d461d-eaab-4b00-b800-aa4e5a28dfe6" providerId="ADAL" clId="{023E43D6-DC3E-4706-BB42-F0DBAC8333BE}" dt="2026-04-04T13:28:53.609" v="27" actId="47"/>
        <pc:sldMkLst>
          <pc:docMk/>
          <pc:sldMk cId="2773125951" sldId="345"/>
        </pc:sldMkLst>
      </pc:sldChg>
      <pc:sldChg chg="del">
        <pc:chgData name="Patryk Wyczółkowski - The Company" userId="288d461d-eaab-4b00-b800-aa4e5a28dfe6" providerId="ADAL" clId="{023E43D6-DC3E-4706-BB42-F0DBAC8333BE}" dt="2026-04-04T13:28:53.609" v="27" actId="47"/>
        <pc:sldMkLst>
          <pc:docMk/>
          <pc:sldMk cId="1886505980" sldId="423"/>
        </pc:sldMkLst>
      </pc:sldChg>
      <pc:sldChg chg="del">
        <pc:chgData name="Patryk Wyczółkowski - The Company" userId="288d461d-eaab-4b00-b800-aa4e5a28dfe6" providerId="ADAL" clId="{023E43D6-DC3E-4706-BB42-F0DBAC8333BE}" dt="2026-04-04T13:28:53.609" v="27" actId="47"/>
        <pc:sldMkLst>
          <pc:docMk/>
          <pc:sldMk cId="2997331432" sldId="4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130300" cy="74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1477963" y="0"/>
            <a:ext cx="1131887" cy="74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86484-B8E0-4E91-9DC4-4AFDF27EFC89}" type="datetimeFigureOut">
              <a:rPr lang="pl-PL" smtClean="0"/>
              <a:t>04.04.2026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187325"/>
            <a:ext cx="806450" cy="503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260350" y="719138"/>
            <a:ext cx="2089150" cy="5873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1419225"/>
            <a:ext cx="1130300" cy="746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1477963" y="1419225"/>
            <a:ext cx="1131887" cy="746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7F24F-3328-48D6-A448-1F10CC05B6F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73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7F24F-3328-48D6-A448-1F10CC05B6F2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2159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9552" y="592518"/>
            <a:ext cx="2601595" cy="4013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59105" y="1070356"/>
            <a:ext cx="2142490" cy="477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3035" y="439610"/>
            <a:ext cx="1331404" cy="12614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576260" y="439610"/>
            <a:ext cx="1331404" cy="12614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4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EA5890-2312-C21C-4DE8-95166AB4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70" y="422275"/>
            <a:ext cx="2754630" cy="305816"/>
          </a:xfrm>
        </p:spPr>
        <p:txBody>
          <a:bodyPr/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8FE6704-E24F-9627-8D25-E06A2BCCAD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A6D7E3F-0EAC-AB69-4984-94CEC87B1FF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D61C36B-7CAC-E78B-A0C8-3A243210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1398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3000" y="153127"/>
            <a:ext cx="345711" cy="17320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1119" y="153132"/>
            <a:ext cx="83649" cy="17320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27100" y="169328"/>
            <a:ext cx="139700" cy="140970"/>
          </a:xfrm>
          <a:custGeom>
            <a:avLst/>
            <a:gdLst/>
            <a:ahLst/>
            <a:cxnLst/>
            <a:rect l="l" t="t" r="r" b="b"/>
            <a:pathLst>
              <a:path w="139700" h="140970">
                <a:moveTo>
                  <a:pt x="139192" y="52070"/>
                </a:moveTo>
                <a:lnTo>
                  <a:pt x="86906" y="52070"/>
                </a:lnTo>
                <a:lnTo>
                  <a:pt x="86906" y="0"/>
                </a:lnTo>
                <a:lnTo>
                  <a:pt x="52146" y="0"/>
                </a:lnTo>
                <a:lnTo>
                  <a:pt x="52146" y="52070"/>
                </a:lnTo>
                <a:lnTo>
                  <a:pt x="0" y="52070"/>
                </a:lnTo>
                <a:lnTo>
                  <a:pt x="0" y="88900"/>
                </a:lnTo>
                <a:lnTo>
                  <a:pt x="52146" y="88900"/>
                </a:lnTo>
                <a:lnTo>
                  <a:pt x="52146" y="140970"/>
                </a:lnTo>
                <a:lnTo>
                  <a:pt x="86906" y="140970"/>
                </a:lnTo>
                <a:lnTo>
                  <a:pt x="86906" y="88900"/>
                </a:lnTo>
                <a:lnTo>
                  <a:pt x="139192" y="88900"/>
                </a:lnTo>
                <a:lnTo>
                  <a:pt x="139192" y="52070"/>
                </a:lnTo>
                <a:close/>
              </a:path>
            </a:pathLst>
          </a:custGeom>
          <a:solidFill>
            <a:srgbClr val="D718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035" y="76454"/>
            <a:ext cx="2754630" cy="305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3035" y="439610"/>
            <a:ext cx="2754630" cy="12614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0638" y="1777555"/>
            <a:ext cx="979424" cy="955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3035" y="1777555"/>
            <a:ext cx="703961" cy="955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203704" y="1777555"/>
            <a:ext cx="703961" cy="955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CEC4-3ADB-CC32-E9B4-8CFF45F18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989029B6-ECA3-BFB4-6186-C53DCC0BF5E9}"/>
              </a:ext>
            </a:extLst>
          </p:cNvPr>
          <p:cNvSpPr txBox="1"/>
          <p:nvPr/>
        </p:nvSpPr>
        <p:spPr>
          <a:xfrm>
            <a:off x="0" y="975783"/>
            <a:ext cx="305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400" b="1" dirty="0">
                <a:latin typeface="Arial" panose="020B0604020202020204" pitchFamily="34" charset="0"/>
                <a:cs typeface="Arial" panose="020B0604020202020204" pitchFamily="34" charset="0"/>
              </a:rPr>
              <a:t>{{branża}}</a:t>
            </a:r>
            <a:endParaRPr kumimoji="0" lang="pl-PL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AF2D14D-236E-8047-E7B5-D5B324DE5468}"/>
              </a:ext>
            </a:extLst>
          </p:cNvPr>
          <p:cNvSpPr txBox="1"/>
          <p:nvPr/>
        </p:nvSpPr>
        <p:spPr>
          <a:xfrm>
            <a:off x="6350" y="479365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2000" b="1" dirty="0">
                <a:solidFill>
                  <a:srgbClr val="D7182A"/>
                </a:solidFill>
              </a:rPr>
              <a:t>{{Imię}} {{Nazwisko}}</a:t>
            </a:r>
            <a:endParaRPr kumimoji="0" lang="pl-PL" sz="2000" b="1" i="0" u="none" strike="noStrike" kern="0" cap="none" spc="0" normalizeH="0" baseline="0" noProof="0" dirty="0">
              <a:ln>
                <a:noFill/>
              </a:ln>
              <a:solidFill>
                <a:srgbClr val="D7182A"/>
              </a:solidFill>
              <a:effectLst/>
              <a:uLnTx/>
              <a:uFillTx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004B6BF-E514-D930-38E5-590BD4B149C0}"/>
              </a:ext>
            </a:extLst>
          </p:cNvPr>
          <p:cNvSpPr txBox="1"/>
          <p:nvPr/>
        </p:nvSpPr>
        <p:spPr>
          <a:xfrm>
            <a:off x="0" y="1409898"/>
            <a:ext cx="3060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{{Nazwa firmy}}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A036F32-92CE-B2C1-ACFB-2FE99C82AA31}"/>
              </a:ext>
            </a:extLst>
          </p:cNvPr>
          <p:cNvSpPr txBox="1"/>
          <p:nvPr/>
        </p:nvSpPr>
        <p:spPr>
          <a:xfrm>
            <a:off x="1606550" y="117475"/>
            <a:ext cx="1447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050" b="1" dirty="0">
                <a:solidFill>
                  <a:srgbClr val="696A6D"/>
                </a:solidFill>
              </a:rPr>
              <a:t>{{Grupa}}</a:t>
            </a:r>
            <a:endParaRPr kumimoji="0" lang="pl-PL" sz="1050" b="1" i="0" u="none" strike="noStrike" kern="0" cap="none" spc="0" normalizeH="0" baseline="0" noProof="0" dirty="0">
              <a:ln>
                <a:noFill/>
              </a:ln>
              <a:solidFill>
                <a:srgbClr val="696A6D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5325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1588</TotalTime>
  <Words>17</Words>
  <Application>Microsoft Office PowerPoint</Application>
  <PresentationFormat>Niestandardowy</PresentationFormat>
  <Paragraphs>5</Paragraphs>
  <Slides>1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MKT_BNI+_Badge_Formatka krzywe.indd</dc:title>
  <dc:creator>Paulina Borys</dc:creator>
  <cp:lastModifiedBy>Patryk Wyczółkowski - The Company</cp:lastModifiedBy>
  <cp:revision>10</cp:revision>
  <cp:lastPrinted>2025-12-17T16:57:25Z</cp:lastPrinted>
  <dcterms:created xsi:type="dcterms:W3CDTF">2025-04-08T12:53:55Z</dcterms:created>
  <dcterms:modified xsi:type="dcterms:W3CDTF">2026-04-04T13:28:57Z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2023-09-06T00:00:00Z</vt:filetime>
  </property>
  <property fmtid="{D5CDD505-2E9C-101B-9397-08002B2CF9AE}" pid="3" name="Creator">
    <vt:lpwstr>Adobe InDesign 18.5 (Windows)</vt:lpwstr>
  </property>
  <property fmtid="{D5CDD505-2E9C-101B-9397-08002B2CF9AE}" pid="4" name="GTS_PDFXConformance">
    <vt:lpwstr>PDF/X-1a:2001</vt:lpwstr>
  </property>
  <property fmtid="{D5CDD505-2E9C-101B-9397-08002B2CF9AE}" pid="5" name="GTS_PDFXVersion">
    <vt:lpwstr>PDF/X-1:2001</vt:lpwstr>
  </property>
  <property fmtid="{D5CDD505-2E9C-101B-9397-08002B2CF9AE}" pid="6" name="LastSaved">
    <vt:filetime>2025-04-08T00:00:00Z</vt:filetime>
  </property>
  <property fmtid="{D5CDD505-2E9C-101B-9397-08002B2CF9AE}" pid="7" name="Producer">
    <vt:lpwstr>Adobe PDF Library 17.0</vt:lpwstr>
  </property>
</Properties>
</file>