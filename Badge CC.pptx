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95" r:id="rId2"/>
  </p:sldIdLst>
  <p:sldSz cx="9072563" cy="5832475"/>
  <p:notesSz cx="1493838" cy="2609850"/>
  <p:embeddedFontLst>
    <p:embeddedFont>
      <p:font typeface="Arial Black" panose="020B0A04020102020204" pitchFamily="34" charset="0"/>
      <p:bold r:id="rId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14A9C-0E27-40E6-B74A-4BA4CDEE3DDD}" v="2" dt="2026-04-04T11:56:32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6" Type="http://schemas.openxmlformats.org/officeDocument/2006/relationships/theme" Target="theme/theme1.xml"/><Relationship Id="rId65" Type="http://schemas.openxmlformats.org/officeDocument/2006/relationships/viewProps" Target="viewProps.xml"/><Relationship Id="rId4" Type="http://schemas.openxmlformats.org/officeDocument/2006/relationships/font" Target="fonts/font1.fntdata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modSld">
      <pc:chgData name="Patryk Wyczółkowski - The Company" userId="288d461d-eaab-4b00-b800-aa4e5a28dfe6" providerId="ADAL" clId="{023E43D6-DC3E-4706-BB42-F0DBAC8333BE}" dt="2026-04-04T11:57:00.969" v="98" actId="14100"/>
      <pc:docMkLst>
        <pc:docMk/>
      </pc:docMkLst>
      <pc:sldChg chg="addSp modSp mod">
        <pc:chgData name="Patryk Wyczółkowski - The Company" userId="288d461d-eaab-4b00-b800-aa4e5a28dfe6" providerId="ADAL" clId="{023E43D6-DC3E-4706-BB42-F0DBAC8333BE}" dt="2026-04-04T11:57:00.969" v="98" actId="14100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1:57:00.969" v="98" actId="14100"/>
          <ac:spMkLst>
            <pc:docMk/>
            <pc:sldMk cId="1622968975" sldId="295"/>
            <ac:spMk id="2" creationId="{F526C0F5-3FAC-ED2E-4EBA-CE55BAD1943E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mod">
          <ac:chgData name="Patryk Wyczółkowski - The Company" userId="288d461d-eaab-4b00-b800-aa4e5a28dfe6" providerId="ADAL" clId="{023E43D6-DC3E-4706-BB42-F0DBAC8333BE}" dt="2026-04-04T11:55:50.471" v="31" actId="20577"/>
          <ac:spMkLst>
            <pc:docMk/>
            <pc:sldMk cId="1622968975" sldId="295"/>
            <ac:spMk id="98" creationId="{52A7AF0A-3860-83E0-D799-36B8F64C1B1D}"/>
          </ac:spMkLst>
        </pc:spChg>
        <pc:spChg chg="mod">
          <ac:chgData name="Patryk Wyczółkowski - The Company" userId="288d461d-eaab-4b00-b800-aa4e5a28dfe6" providerId="ADAL" clId="{023E43D6-DC3E-4706-BB42-F0DBAC8333BE}" dt="2026-04-04T11:56:07.789" v="58" actId="20577"/>
          <ac:spMkLst>
            <pc:docMk/>
            <pc:sldMk cId="1622968975" sldId="295"/>
            <ac:spMk id="99" creationId="{956F426A-B8C9-7258-1BC9-7656AAD18F9A}"/>
          </ac:spMkLst>
        </pc:spChg>
        <pc:spChg chg="mod">
          <ac:chgData name="Patryk Wyczółkowski - The Company" userId="288d461d-eaab-4b00-b800-aa4e5a28dfe6" providerId="ADAL" clId="{023E43D6-DC3E-4706-BB42-F0DBAC8333BE}" dt="2026-04-04T11:55:59.221" v="44" actId="20577"/>
          <ac:spMkLst>
            <pc:docMk/>
            <pc:sldMk cId="1622968975" sldId="295"/>
            <ac:spMk id="100" creationId="{1F6AD854-FB68-9FD3-8FF1-4BA2A16A8EB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365509"/>
            <a:ext cx="8581846" cy="923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998" b="1" dirty="0">
                <a:solidFill>
                  <a:schemeClr val="dk1"/>
                </a:solidFill>
              </a:rPr>
              <a:t> {{imię}} </a:t>
            </a:r>
            <a:r>
              <a:rPr lang="pl-PL" sz="5800" b="1" dirty="0">
                <a:solidFill>
                  <a:schemeClr val="dk1"/>
                </a:solidFill>
              </a:rPr>
              <a:t>{{nazwisko}}</a:t>
            </a:r>
            <a:endParaRPr sz="5800" dirty="0"/>
          </a:p>
        </p:txBody>
      </p:sp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956F426A-B8C9-7258-1BC9-7656AAD18F9A}"/>
              </a:ext>
            </a:extLst>
          </p:cNvPr>
          <p:cNvSpPr txBox="1"/>
          <p:nvPr/>
        </p:nvSpPr>
        <p:spPr>
          <a:xfrm>
            <a:off x="67717" y="3711986"/>
            <a:ext cx="886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000" dirty="0">
                <a:solidFill>
                  <a:schemeClr val="dk1"/>
                </a:solidFill>
              </a:rPr>
              <a:t>{{branża}}</a:t>
            </a:r>
            <a:endParaRPr lang="pl-PL" sz="800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F6AD854-FB68-9FD3-8FF1-4BA2A16A8EB4}"/>
              </a:ext>
            </a:extLst>
          </p:cNvPr>
          <p:cNvSpPr txBox="1"/>
          <p:nvPr/>
        </p:nvSpPr>
        <p:spPr>
          <a:xfrm>
            <a:off x="313500" y="2860818"/>
            <a:ext cx="8188816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dirty="0">
                <a:solidFill>
                  <a:srgbClr val="1F1F1F"/>
                </a:solidFill>
                <a:latin typeface="Google Sans"/>
              </a:rPr>
              <a:t>{{firma}}</a:t>
            </a:r>
            <a:endParaRPr lang="pl-PL" dirty="0"/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5719</TotalTime>
  <Words>16</Words>
  <Application>Microsoft Office PowerPoint</Application>
  <PresentationFormat>Niestandardowy</PresentationFormat>
  <Paragraphs>4</Paragraphs>
  <Slides>1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6" baseType="lpstr">
      <vt:lpstr>Arial Black</vt:lpstr>
      <vt:lpstr>Arial</vt:lpstr>
      <vt:lpstr>Google Sans</vt:lpstr>
      <vt:lpstr>Calibri</vt:lpstr>
      <vt:lpstr>Motyw pakietu Office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8</cp:revision>
  <cp:lastPrinted>2025-03-20T11:04:00Z</cp:lastPrinted>
  <dcterms:created xsi:type="dcterms:W3CDTF">2023-10-10T08:36:14Z</dcterms:created>
  <dcterms:modified xsi:type="dcterms:W3CDTF">2026-04-04T11:57:02Z</dcterms:modified>
</cp:coreProperties>
</file>