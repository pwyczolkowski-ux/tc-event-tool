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"/>
  </p:notesMasterIdLst>
  <p:sldIdLst>
    <p:sldId id="295" r:id="rId2"/>
    <p:sldId id="302" r:id="rId3"/>
    <p:sldId id="305" r:id="rId4"/>
  </p:sldIdLst>
  <p:sldSz cx="9072563" cy="5832475"/>
  <p:notesSz cx="1493838" cy="2609850"/>
  <p:embeddedFontLst>
    <p:embeddedFont>
      <p:font typeface="Arial Black" panose="020B0A04020102020204" pitchFamily="34" charset="0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Badge CC" id="{37ACE5EF-D121-4198-881F-9D480A4C885F}">
          <p14:sldIdLst>
            <p14:sldId id="295"/>
            <p14:sldId id="302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3" roundtripDataSignature="AMtx7miUS1/sxxL4JgbZEnfhDFKesaJ+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114A9C-0E27-40E6-B74A-4BA4CDEE3DDD}" v="5" dt="2026-04-04T14:17:49.4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121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63" Type="http://customschemas.google.com/relationships/presentationmetadata" Target="metadata"/><Relationship Id="rId68" Type="http://schemas.microsoft.com/office/2016/11/relationships/changesInfo" Target="changesInfos/changesInfo1.xml"/><Relationship Id="rId6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66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64" Type="http://schemas.openxmlformats.org/officeDocument/2006/relationships/presProps" Target="presProps.xml"/><Relationship Id="rId6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yk Wyczółkowski - The Company" userId="288d461d-eaab-4b00-b800-aa4e5a28dfe6" providerId="ADAL" clId="{023E43D6-DC3E-4706-BB42-F0DBAC8333BE}"/>
    <pc:docChg chg="undo custSel addSld delSld modSld sldOrd addSection modSection">
      <pc:chgData name="Patryk Wyczółkowski - The Company" userId="288d461d-eaab-4b00-b800-aa4e5a28dfe6" providerId="ADAL" clId="{023E43D6-DC3E-4706-BB42-F0DBAC8333BE}" dt="2026-04-04T18:15:00.189" v="257" actId="1076"/>
      <pc:docMkLst>
        <pc:docMk/>
      </pc:docMkLst>
      <pc:sldChg chg="addSp modSp mod modNotesTx">
        <pc:chgData name="Patryk Wyczółkowski - The Company" userId="288d461d-eaab-4b00-b800-aa4e5a28dfe6" providerId="ADAL" clId="{023E43D6-DC3E-4706-BB42-F0DBAC8333BE}" dt="2026-04-04T17:43:16.301" v="236" actId="20577"/>
        <pc:sldMkLst>
          <pc:docMk/>
          <pc:sldMk cId="1622968975" sldId="295"/>
        </pc:sldMkLst>
        <pc:spChg chg="add mod">
          <ac:chgData name="Patryk Wyczółkowski - The Company" userId="288d461d-eaab-4b00-b800-aa4e5a28dfe6" providerId="ADAL" clId="{023E43D6-DC3E-4706-BB42-F0DBAC8333BE}" dt="2026-04-04T17:43:16.301" v="236" actId="20577"/>
          <ac:spMkLst>
            <pc:docMk/>
            <pc:sldMk cId="1622968975" sldId="295"/>
            <ac:spMk id="2" creationId="{F526C0F5-3FAC-ED2E-4EBA-CE55BAD1943E}"/>
          </ac:spMkLst>
        </pc:spChg>
        <pc:spChg chg="mod">
          <ac:chgData name="Patryk Wyczółkowski - The Company" userId="288d461d-eaab-4b00-b800-aa4e5a28dfe6" providerId="ADAL" clId="{023E43D6-DC3E-4706-BB42-F0DBAC8333BE}" dt="2026-04-04T11:56:22.820" v="76" actId="21"/>
          <ac:spMkLst>
            <pc:docMk/>
            <pc:sldMk cId="1622968975" sldId="295"/>
            <ac:spMk id="96" creationId="{D20E7F40-D509-471A-B803-94875A375664}"/>
          </ac:spMkLst>
        </pc:spChg>
        <pc:spChg chg="mod">
          <ac:chgData name="Patryk Wyczółkowski - The Company" userId="288d461d-eaab-4b00-b800-aa4e5a28dfe6" providerId="ADAL" clId="{023E43D6-DC3E-4706-BB42-F0DBAC8333BE}" dt="2026-04-04T17:41:54.139" v="208" actId="20577"/>
          <ac:spMkLst>
            <pc:docMk/>
            <pc:sldMk cId="1622968975" sldId="295"/>
            <ac:spMk id="98" creationId="{52A7AF0A-3860-83E0-D799-36B8F64C1B1D}"/>
          </ac:spMkLst>
        </pc:spChg>
        <pc:spChg chg="mod">
          <ac:chgData name="Patryk Wyczółkowski - The Company" userId="288d461d-eaab-4b00-b800-aa4e5a28dfe6" providerId="ADAL" clId="{023E43D6-DC3E-4706-BB42-F0DBAC8333BE}" dt="2026-04-04T17:41:59.353" v="212" actId="20577"/>
          <ac:spMkLst>
            <pc:docMk/>
            <pc:sldMk cId="1622968975" sldId="295"/>
            <ac:spMk id="99" creationId="{956F426A-B8C9-7258-1BC9-7656AAD18F9A}"/>
          </ac:spMkLst>
        </pc:spChg>
        <pc:spChg chg="mod">
          <ac:chgData name="Patryk Wyczółkowski - The Company" userId="288d461d-eaab-4b00-b800-aa4e5a28dfe6" providerId="ADAL" clId="{023E43D6-DC3E-4706-BB42-F0DBAC8333BE}" dt="2026-04-04T17:41:57.308" v="210" actId="20577"/>
          <ac:spMkLst>
            <pc:docMk/>
            <pc:sldMk cId="1622968975" sldId="295"/>
            <ac:spMk id="100" creationId="{1F6AD854-FB68-9FD3-8FF1-4BA2A16A8EB4}"/>
          </ac:spMkLst>
        </pc:spChg>
      </pc:sldChg>
      <pc:sldChg chg="addSp delSp modSp add mod modNotesTx">
        <pc:chgData name="Patryk Wyczółkowski - The Company" userId="288d461d-eaab-4b00-b800-aa4e5a28dfe6" providerId="ADAL" clId="{023E43D6-DC3E-4706-BB42-F0DBAC8333BE}" dt="2026-04-04T18:15:00.189" v="257" actId="1076"/>
        <pc:sldMkLst>
          <pc:docMk/>
          <pc:sldMk cId="1185325920" sldId="302"/>
        </pc:sldMkLst>
        <pc:spChg chg="add del mod">
          <ac:chgData name="Patryk Wyczółkowski - The Company" userId="288d461d-eaab-4b00-b800-aa4e5a28dfe6" providerId="ADAL" clId="{023E43D6-DC3E-4706-BB42-F0DBAC8333BE}" dt="2026-04-04T18:14:54.690" v="250" actId="6549"/>
          <ac:spMkLst>
            <pc:docMk/>
            <pc:sldMk cId="1185325920" sldId="302"/>
            <ac:spMk id="6" creationId="{9AF2D14D-236E-8047-E7B5-D5B324DE5468}"/>
          </ac:spMkLst>
        </pc:spChg>
        <pc:spChg chg="add del mod">
          <ac:chgData name="Patryk Wyczółkowski - The Company" userId="288d461d-eaab-4b00-b800-aa4e5a28dfe6" providerId="ADAL" clId="{023E43D6-DC3E-4706-BB42-F0DBAC8333BE}" dt="2026-04-04T18:14:54.847" v="251" actId="478"/>
          <ac:spMkLst>
            <pc:docMk/>
            <pc:sldMk cId="1185325920" sldId="302"/>
            <ac:spMk id="7" creationId="{989029B6-ECA3-BFB4-6186-C53DCC0BF5E9}"/>
          </ac:spMkLst>
        </pc:spChg>
        <pc:spChg chg="add del mod">
          <ac:chgData name="Patryk Wyczółkowski - The Company" userId="288d461d-eaab-4b00-b800-aa4e5a28dfe6" providerId="ADAL" clId="{023E43D6-DC3E-4706-BB42-F0DBAC8333BE}" dt="2026-04-04T18:14:54.847" v="251" actId="478"/>
          <ac:spMkLst>
            <pc:docMk/>
            <pc:sldMk cId="1185325920" sldId="302"/>
            <ac:spMk id="8" creationId="{C004B6BF-E514-D930-38E5-590BD4B149C0}"/>
          </ac:spMkLst>
        </pc:spChg>
        <pc:spChg chg="add del mod">
          <ac:chgData name="Patryk Wyczółkowski - The Company" userId="288d461d-eaab-4b00-b800-aa4e5a28dfe6" providerId="ADAL" clId="{023E43D6-DC3E-4706-BB42-F0DBAC8333BE}" dt="2026-04-04T18:15:00.189" v="257" actId="1076"/>
          <ac:spMkLst>
            <pc:docMk/>
            <pc:sldMk cId="1185325920" sldId="302"/>
            <ac:spMk id="9" creationId="{4A036F32-92CE-B2C1-ACFB-2FE99C82AA31}"/>
          </ac:spMkLst>
        </pc:spChg>
        <pc:picChg chg="add mod">
          <ac:chgData name="Patryk Wyczółkowski - The Company" userId="288d461d-eaab-4b00-b800-aa4e5a28dfe6" providerId="ADAL" clId="{023E43D6-DC3E-4706-BB42-F0DBAC8333BE}" dt="2026-04-04T14:12:19.258" v="113" actId="1076"/>
          <ac:picMkLst>
            <pc:docMk/>
            <pc:sldMk cId="1185325920" sldId="302"/>
            <ac:picMk id="3" creationId="{6DF2CED2-DBE4-94A3-C7DA-552FC5256F46}"/>
          </ac:picMkLst>
        </pc:picChg>
      </pc:sldChg>
      <pc:sldChg chg="new del">
        <pc:chgData name="Patryk Wyczółkowski - The Company" userId="288d461d-eaab-4b00-b800-aa4e5a28dfe6" providerId="ADAL" clId="{023E43D6-DC3E-4706-BB42-F0DBAC8333BE}" dt="2026-04-04T14:11:00.809" v="104" actId="47"/>
        <pc:sldMkLst>
          <pc:docMk/>
          <pc:sldMk cId="991759561" sldId="303"/>
        </pc:sldMkLst>
      </pc:sldChg>
      <pc:sldChg chg="add del">
        <pc:chgData name="Patryk Wyczółkowski - The Company" userId="288d461d-eaab-4b00-b800-aa4e5a28dfe6" providerId="ADAL" clId="{023E43D6-DC3E-4706-BB42-F0DBAC8333BE}" dt="2026-04-04T14:14:04.227" v="115" actId="47"/>
        <pc:sldMkLst>
          <pc:docMk/>
          <pc:sldMk cId="1760921419" sldId="303"/>
        </pc:sldMkLst>
      </pc:sldChg>
      <pc:sldChg chg="addSp delSp modSp add del mod modNotesTx">
        <pc:chgData name="Patryk Wyczółkowski - The Company" userId="288d461d-eaab-4b00-b800-aa4e5a28dfe6" providerId="ADAL" clId="{023E43D6-DC3E-4706-BB42-F0DBAC8333BE}" dt="2026-04-04T17:32:09.500" v="198" actId="47"/>
        <pc:sldMkLst>
          <pc:docMk/>
          <pc:sldMk cId="3531637373" sldId="303"/>
        </pc:sldMkLst>
        <pc:spChg chg="add mod">
          <ac:chgData name="Patryk Wyczółkowski - The Company" userId="288d461d-eaab-4b00-b800-aa4e5a28dfe6" providerId="ADAL" clId="{023E43D6-DC3E-4706-BB42-F0DBAC8333BE}" dt="2026-04-04T14:20:55.976" v="160" actId="404"/>
          <ac:spMkLst>
            <pc:docMk/>
            <pc:sldMk cId="3531637373" sldId="303"/>
            <ac:spMk id="2" creationId="{8E756070-19EC-B969-24C6-0894096B3578}"/>
          </ac:spMkLst>
        </pc:spChg>
        <pc:spChg chg="mod">
          <ac:chgData name="Patryk Wyczółkowski - The Company" userId="288d461d-eaab-4b00-b800-aa4e5a28dfe6" providerId="ADAL" clId="{023E43D6-DC3E-4706-BB42-F0DBAC8333BE}" dt="2026-04-04T14:20:44.525" v="137" actId="1076"/>
          <ac:spMkLst>
            <pc:docMk/>
            <pc:sldMk cId="3531637373" sldId="303"/>
            <ac:spMk id="7" creationId="{49C6FFDC-9854-AAEE-EDC7-D1FEB2DC6A54}"/>
          </ac:spMkLst>
        </pc:spChg>
        <pc:spChg chg="mod">
          <ac:chgData name="Patryk Wyczółkowski - The Company" userId="288d461d-eaab-4b00-b800-aa4e5a28dfe6" providerId="ADAL" clId="{023E43D6-DC3E-4706-BB42-F0DBAC8333BE}" dt="2026-04-04T14:20:44.525" v="137" actId="1076"/>
          <ac:spMkLst>
            <pc:docMk/>
            <pc:sldMk cId="3531637373" sldId="303"/>
            <ac:spMk id="8" creationId="{C0BC620B-493C-713D-2F3E-88A03C7B8A9D}"/>
          </ac:spMkLst>
        </pc:spChg>
        <pc:spChg chg="del">
          <ac:chgData name="Patryk Wyczółkowski - The Company" userId="288d461d-eaab-4b00-b800-aa4e5a28dfe6" providerId="ADAL" clId="{023E43D6-DC3E-4706-BB42-F0DBAC8333BE}" dt="2026-04-04T14:20:47.677" v="138" actId="478"/>
          <ac:spMkLst>
            <pc:docMk/>
            <pc:sldMk cId="3531637373" sldId="303"/>
            <ac:spMk id="9" creationId="{2F7DD51B-0CA2-0228-330C-1B5D977FB87C}"/>
          </ac:spMkLst>
        </pc:spChg>
      </pc:sldChg>
      <pc:sldChg chg="new del">
        <pc:chgData name="Patryk Wyczółkowski - The Company" userId="288d461d-eaab-4b00-b800-aa4e5a28dfe6" providerId="ADAL" clId="{023E43D6-DC3E-4706-BB42-F0DBAC8333BE}" dt="2026-04-04T14:11:01.888" v="105" actId="47"/>
        <pc:sldMkLst>
          <pc:docMk/>
          <pc:sldMk cId="1180131338" sldId="304"/>
        </pc:sldMkLst>
      </pc:sldChg>
      <pc:sldChg chg="modSp add del mod modNotesTx">
        <pc:chgData name="Patryk Wyczółkowski - The Company" userId="288d461d-eaab-4b00-b800-aa4e5a28dfe6" providerId="ADAL" clId="{023E43D6-DC3E-4706-BB42-F0DBAC8333BE}" dt="2026-04-04T17:32:12.531" v="199" actId="47"/>
        <pc:sldMkLst>
          <pc:docMk/>
          <pc:sldMk cId="4032356528" sldId="304"/>
        </pc:sldMkLst>
        <pc:spChg chg="mod">
          <ac:chgData name="Patryk Wyczółkowski - The Company" userId="288d461d-eaab-4b00-b800-aa4e5a28dfe6" providerId="ADAL" clId="{023E43D6-DC3E-4706-BB42-F0DBAC8333BE}" dt="2026-04-04T14:21:04.693" v="171" actId="20577"/>
          <ac:spMkLst>
            <pc:docMk/>
            <pc:sldMk cId="4032356528" sldId="304"/>
            <ac:spMk id="2" creationId="{8AD80368-5CA7-F821-1A50-D7E7F48E333C}"/>
          </ac:spMkLst>
        </pc:spChg>
      </pc:sldChg>
      <pc:sldChg chg="modSp add mod ord modNotesTx">
        <pc:chgData name="Patryk Wyczółkowski - The Company" userId="288d461d-eaab-4b00-b800-aa4e5a28dfe6" providerId="ADAL" clId="{023E43D6-DC3E-4706-BB42-F0DBAC8333BE}" dt="2026-04-04T17:43:20.167" v="238" actId="20577"/>
        <pc:sldMkLst>
          <pc:docMk/>
          <pc:sldMk cId="1316184106" sldId="305"/>
        </pc:sldMkLst>
        <pc:spChg chg="mod">
          <ac:chgData name="Patryk Wyczółkowski - The Company" userId="288d461d-eaab-4b00-b800-aa4e5a28dfe6" providerId="ADAL" clId="{023E43D6-DC3E-4706-BB42-F0DBAC8333BE}" dt="2026-04-04T17:43:20.167" v="238" actId="20577"/>
          <ac:spMkLst>
            <pc:docMk/>
            <pc:sldMk cId="1316184106" sldId="305"/>
            <ac:spMk id="2" creationId="{23A0477D-21B9-A65B-8CA4-9A7B45F952A3}"/>
          </ac:spMkLst>
        </pc:spChg>
        <pc:spChg chg="mod">
          <ac:chgData name="Patryk Wyczółkowski - The Company" userId="288d461d-eaab-4b00-b800-aa4e5a28dfe6" providerId="ADAL" clId="{023E43D6-DC3E-4706-BB42-F0DBAC8333BE}" dt="2026-04-04T17:42:09.067" v="218" actId="20577"/>
          <ac:spMkLst>
            <pc:docMk/>
            <pc:sldMk cId="1316184106" sldId="305"/>
            <ac:spMk id="98" creationId="{2A8E9582-D9E2-4442-B5B8-8BF1AEF490C5}"/>
          </ac:spMkLst>
        </pc:spChg>
        <pc:spChg chg="mod">
          <ac:chgData name="Patryk Wyczółkowski - The Company" userId="288d461d-eaab-4b00-b800-aa4e5a28dfe6" providerId="ADAL" clId="{023E43D6-DC3E-4706-BB42-F0DBAC8333BE}" dt="2026-04-04T17:42:14.669" v="222" actId="20577"/>
          <ac:spMkLst>
            <pc:docMk/>
            <pc:sldMk cId="1316184106" sldId="305"/>
            <ac:spMk id="99" creationId="{FBB8D1D6-104C-92E9-79E2-8B7A5A18F731}"/>
          </ac:spMkLst>
        </pc:spChg>
        <pc:spChg chg="mod">
          <ac:chgData name="Patryk Wyczółkowski - The Company" userId="288d461d-eaab-4b00-b800-aa4e5a28dfe6" providerId="ADAL" clId="{023E43D6-DC3E-4706-BB42-F0DBAC8333BE}" dt="2026-04-04T17:42:12.070" v="220" actId="20577"/>
          <ac:spMkLst>
            <pc:docMk/>
            <pc:sldMk cId="1316184106" sldId="305"/>
            <ac:spMk id="100" creationId="{1A391E51-F2E1-B61B-8167-D5C52DA531C2}"/>
          </ac:spMkLst>
        </pc:spChg>
      </pc:sldChg>
      <pc:sldChg chg="addSp delSp add del mod">
        <pc:chgData name="Patryk Wyczółkowski - The Company" userId="288d461d-eaab-4b00-b800-aa4e5a28dfe6" providerId="ADAL" clId="{023E43D6-DC3E-4706-BB42-F0DBAC8333BE}" dt="2026-04-04T18:14:56.042" v="256" actId="2890"/>
        <pc:sldMkLst>
          <pc:docMk/>
          <pc:sldMk cId="2717112115" sldId="306"/>
        </pc:sldMkLst>
        <pc:spChg chg="add del">
          <ac:chgData name="Patryk Wyczółkowski - The Company" userId="288d461d-eaab-4b00-b800-aa4e5a28dfe6" providerId="ADAL" clId="{023E43D6-DC3E-4706-BB42-F0DBAC8333BE}" dt="2026-04-04T18:14:54.996" v="252" actId="478"/>
          <ac:spMkLst>
            <pc:docMk/>
            <pc:sldMk cId="2717112115" sldId="306"/>
            <ac:spMk id="2" creationId="{25D743FC-2651-5272-65D8-338C3B8FD26C}"/>
          </ac:spMkLst>
        </pc:spChg>
        <pc:spChg chg="add del">
          <ac:chgData name="Patryk Wyczółkowski - The Company" userId="288d461d-eaab-4b00-b800-aa4e5a28dfe6" providerId="ADAL" clId="{023E43D6-DC3E-4706-BB42-F0DBAC8333BE}" dt="2026-04-04T18:14:55.741" v="255" actId="478"/>
          <ac:spMkLst>
            <pc:docMk/>
            <pc:sldMk cId="2717112115" sldId="306"/>
            <ac:spMk id="98" creationId="{2E2E9F6B-DE18-9230-0746-497C7A4D6A54}"/>
          </ac:spMkLst>
        </pc:spChg>
        <pc:spChg chg="add del">
          <ac:chgData name="Patryk Wyczółkowski - The Company" userId="288d461d-eaab-4b00-b800-aa4e5a28dfe6" providerId="ADAL" clId="{023E43D6-DC3E-4706-BB42-F0DBAC8333BE}" dt="2026-04-04T18:14:55.178" v="253" actId="478"/>
          <ac:spMkLst>
            <pc:docMk/>
            <pc:sldMk cId="2717112115" sldId="306"/>
            <ac:spMk id="99" creationId="{FF874D46-533E-8220-3D96-7299A91BABD9}"/>
          </ac:spMkLst>
        </pc:spChg>
        <pc:spChg chg="add del">
          <ac:chgData name="Patryk Wyczółkowski - The Company" userId="288d461d-eaab-4b00-b800-aa4e5a28dfe6" providerId="ADAL" clId="{023E43D6-DC3E-4706-BB42-F0DBAC8333BE}" dt="2026-04-04T18:14:55.550" v="254" actId="478"/>
          <ac:spMkLst>
            <pc:docMk/>
            <pc:sldMk cId="2717112115" sldId="306"/>
            <ac:spMk id="100" creationId="{E86F910F-7052-20D5-3274-A8D86AB046D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27" tIns="23427" rIns="23427" bIns="23427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346B24F-7CA1-30F8-EDE4-470FE3D7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32385E00-5696-AA37-5342-2B2E5B8759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/>
              <a:t>CC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F927F0E0-4B90-5A3E-0D64-2EF964A20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536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22159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C0680F3-2CF3-381B-923B-0FE5CB6FC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C3BCA887-6DDF-14D4-FDF1-38B9965414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 err="1"/>
              <a:t>Default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EA99F5E8-AC25-E281-3D08-28AE30DD61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5507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680442" y="954528"/>
            <a:ext cx="7711679" cy="203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1134071" y="3063400"/>
            <a:ext cx="6804422" cy="1408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zawartość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główek sekcji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619014" y="1454070"/>
            <a:ext cx="7825086" cy="242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19014" y="3903170"/>
            <a:ext cx="7825086" cy="1275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701"/>
              <a:buNone/>
              <a:defRPr sz="1701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531"/>
              <a:buNone/>
              <a:defRPr sz="1531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wa elementy zawartości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4592985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ównanie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624920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624921" y="1429767"/>
            <a:ext cx="3838119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624921" y="2130473"/>
            <a:ext cx="3838119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4592986" y="1429767"/>
            <a:ext cx="3857021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4592986" y="2130473"/>
            <a:ext cx="3857021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lko tytuł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sty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awartość z podpisem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447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722"/>
              <a:buChar char="•"/>
              <a:defRPr sz="2722"/>
            </a:lvl1pPr>
            <a:lvl2pPr marL="914400" lvl="1" indent="-37979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1"/>
              <a:buChar char="•"/>
              <a:defRPr sz="2381"/>
            </a:lvl2pPr>
            <a:lvl3pPr marL="1371600" lvl="2" indent="-35820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Char char="•"/>
              <a:defRPr sz="2041"/>
            </a:lvl3pPr>
            <a:lvl4pPr marL="1828800" lvl="3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4pPr>
            <a:lvl5pPr marL="2286000" lvl="4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5pPr>
            <a:lvl6pPr marL="2743200" lvl="5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6pPr>
            <a:lvl7pPr marL="3200400" lvl="6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7pPr>
            <a:lvl8pPr marL="3657600" lvl="7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8pPr>
            <a:lvl9pPr marL="4114800" lvl="8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braz z podpisem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tekst pionowy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685956" y="-509591"/>
            <a:ext cx="3700652" cy="782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pionowy i teks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999313" y="1803766"/>
            <a:ext cx="4942753" cy="195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1030066" y="-95802"/>
            <a:ext cx="4942753" cy="5755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8964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2"/>
              <a:buFont typeface="Calibri"/>
              <a:buNone/>
              <a:defRPr sz="37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93" algn="l" rtl="0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381"/>
              <a:buFont typeface="Arial"/>
              <a:buChar char="•"/>
              <a:defRPr sz="238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820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Font typeface="Arial"/>
              <a:buChar char="•"/>
              <a:defRPr sz="20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661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B16BD9AD-A3AE-DCD5-5042-12B9C6F3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D20E7F40-D509-471A-B803-94875A375664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0C223269-DDE9-910D-A85C-6A232EEBDF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52A7AF0A-3860-83E0-D799-36B8F64C1B1D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956F426A-B8C9-7258-1BC9-7656AAD18F9A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F6AD854-FB68-9FD3-8FF1-4BA2A16A8EB4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Google Sans"/>
              </a:rPr>
              <a:t>{{Firma}}</a:t>
            </a:r>
            <a:endParaRPr lang="pl-PL" dirty="0"/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C9B17B39-0789-6BF1-F392-759DD77D96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A3301427-EFFE-44FC-A506-05C7B72F1A2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F526C0F5-3FAC-ED2E-4EBA-CE55BAD1943E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622968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CEC4-3ADB-CC32-E9B4-8CFF45F18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989029B6-ECA3-BFB4-6186-C53DCC0BF5E9}"/>
              </a:ext>
            </a:extLst>
          </p:cNvPr>
          <p:cNvSpPr txBox="1"/>
          <p:nvPr/>
        </p:nvSpPr>
        <p:spPr>
          <a:xfrm>
            <a:off x="0" y="3938900"/>
            <a:ext cx="905374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300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AF2D14D-236E-8047-E7B5-D5B324DE5468}"/>
              </a:ext>
            </a:extLst>
          </p:cNvPr>
          <p:cNvSpPr txBox="1"/>
          <p:nvPr/>
        </p:nvSpPr>
        <p:spPr>
          <a:xfrm>
            <a:off x="18823" y="1504353"/>
            <a:ext cx="90349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6000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004B6BF-E514-D930-38E5-590BD4B149C0}"/>
              </a:ext>
            </a:extLst>
          </p:cNvPr>
          <p:cNvSpPr txBox="1"/>
          <p:nvPr/>
        </p:nvSpPr>
        <p:spPr>
          <a:xfrm>
            <a:off x="-1" y="2858427"/>
            <a:ext cx="90725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4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{{Firma}}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A036F32-92CE-B2C1-ACFB-2FE99C82AA31}"/>
              </a:ext>
            </a:extLst>
          </p:cNvPr>
          <p:cNvSpPr txBox="1"/>
          <p:nvPr/>
        </p:nvSpPr>
        <p:spPr>
          <a:xfrm>
            <a:off x="4372109" y="431636"/>
            <a:ext cx="4291586" cy="5712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710464">
              <a:buClrTx/>
              <a:defRPr/>
            </a:pPr>
            <a:r>
              <a:rPr lang="pl-PL" sz="3112" b="1" dirty="0">
                <a:solidFill>
                  <a:srgbClr val="696A6D"/>
                </a:solidFill>
              </a:rPr>
              <a:t>{{Grupa}}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6DF2CED2-DBE4-94A3-C7DA-552FC525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325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830F42E9-5F19-FFF9-EAEE-F6B42C066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82D627C4-2AB7-2B2D-B2B5-76819D38082B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C072C687-BD8C-4B71-737F-EF5907B0188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2A8E9582-D9E2-4442-B5B8-8BF1AEF490C5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FBB8D1D6-104C-92E9-79E2-8B7A5A18F731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A391E51-F2E1-B61B-8167-D5C52DA531C2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Google Sans"/>
              </a:rPr>
              <a:t>{{Firma}}</a:t>
            </a:r>
            <a:endParaRPr lang="pl-PL" dirty="0"/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79285890-FACA-2B4E-B3EA-943EE20A05E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1D6F6B63-B82A-5AD2-B05F-1A01974CAE3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23A0477D-21B9-A65B-8CA4-9A7B45F952A3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31618410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Motyw pakietu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5740</TotalTime>
  <Words>52</Words>
  <Application>Microsoft Office PowerPoint</Application>
  <PresentationFormat>Niestandardowy</PresentationFormat>
  <Paragraphs>16</Paragraphs>
  <Slides>3</Slides>
  <Notes>3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</vt:i4>
      </vt:variant>
    </vt:vector>
  </HeadingPairs>
  <TitlesOfParts>
    <vt:vector size="8" baseType="lpstr">
      <vt:lpstr>Google Sans</vt:lpstr>
      <vt:lpstr>Arial Black</vt:lpstr>
      <vt:lpstr>Arial</vt:lpstr>
      <vt:lpstr>Calibri</vt:lpstr>
      <vt:lpstr>Motyw pakietu Office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Iwo Kolasiński</dc:creator>
  <cp:lastModifiedBy>Patryk Wyczółkowski - The Company</cp:lastModifiedBy>
  <cp:revision>8</cp:revision>
  <cp:lastPrinted>2025-03-20T11:04:00Z</cp:lastPrinted>
  <dcterms:created xsi:type="dcterms:W3CDTF">2023-10-10T08:36:14Z</dcterms:created>
  <dcterms:modified xsi:type="dcterms:W3CDTF">2026-04-04T18:15:03Z</dcterms:modified>
</cp:coreProperties>
</file>