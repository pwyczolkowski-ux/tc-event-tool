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95" r:id="rId2"/>
    <p:sldId id="302" r:id="rId3"/>
    <p:sldId id="305" r:id="rId4"/>
  </p:sldIdLst>
  <p:sldSz cx="9072563" cy="5832475"/>
  <p:notesSz cx="1493838" cy="2609850"/>
  <p:embeddedFontLst>
    <p:embeddedFont>
      <p:font typeface="Arial Black" panose="020B0A04020102020204" pitchFamily="34" charset="0"/>
      <p:bold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Badge CC" id="{37ACE5EF-D121-4198-881F-9D480A4C885F}">
          <p14:sldIdLst>
            <p14:sldId id="295"/>
            <p14:sldId id="302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3" roundtripDataSignature="AMtx7miUS1/sxxL4JgbZEnfhDFKesaJ+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FC575E-38DB-48DC-BCFB-263BE95900F3}" v="5" dt="2026-04-21T09:15:42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2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63" Type="http://customschemas.google.com/relationships/presentationmetadata" Target="metadata"/><Relationship Id="rId68" Type="http://schemas.microsoft.com/office/2016/11/relationships/changesInfo" Target="changesInfos/changesInfo1.xml"/><Relationship Id="rId6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66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64" Type="http://schemas.openxmlformats.org/officeDocument/2006/relationships/presProps" Target="presProps.xml"/><Relationship Id="rId6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yk Wyczółkowski - The Company" userId="288d461d-eaab-4b00-b800-aa4e5a28dfe6" providerId="ADAL" clId="{023E43D6-DC3E-4706-BB42-F0DBAC8333BE}"/>
    <pc:docChg chg="undo custSel addSld delSld modSld sldOrd addSection modSection">
      <pc:chgData name="Patryk Wyczółkowski - The Company" userId="288d461d-eaab-4b00-b800-aa4e5a28dfe6" providerId="ADAL" clId="{023E43D6-DC3E-4706-BB42-F0DBAC8333BE}" dt="2026-04-21T09:15:42.474" v="369"/>
      <pc:docMkLst>
        <pc:docMk/>
      </pc:docMkLst>
      <pc:sldChg chg="addSp delSp modSp mod modNotesTx">
        <pc:chgData name="Patryk Wyczółkowski - The Company" userId="288d461d-eaab-4b00-b800-aa4e5a28dfe6" providerId="ADAL" clId="{023E43D6-DC3E-4706-BB42-F0DBAC8333BE}" dt="2026-04-21T09:15:35.462" v="367" actId="2711"/>
        <pc:sldMkLst>
          <pc:docMk/>
          <pc:sldMk cId="1622968975" sldId="295"/>
        </pc:sldMkLst>
        <pc:spChg chg="add mod">
          <ac:chgData name="Patryk Wyczółkowski - The Company" userId="288d461d-eaab-4b00-b800-aa4e5a28dfe6" providerId="ADAL" clId="{023E43D6-DC3E-4706-BB42-F0DBAC8333BE}" dt="2026-04-04T17:43:16.301" v="236" actId="20577"/>
          <ac:spMkLst>
            <pc:docMk/>
            <pc:sldMk cId="1622968975" sldId="295"/>
            <ac:spMk id="2" creationId="{F526C0F5-3FAC-ED2E-4EBA-CE55BAD1943E}"/>
          </ac:spMkLst>
        </pc:spChg>
        <pc:spChg chg="add del mod">
          <ac:chgData name="Patryk Wyczółkowski - The Company" userId="288d461d-eaab-4b00-b800-aa4e5a28dfe6" providerId="ADAL" clId="{023E43D6-DC3E-4706-BB42-F0DBAC8333BE}" dt="2026-04-21T09:13:04.956" v="364" actId="1076"/>
          <ac:spMkLst>
            <pc:docMk/>
            <pc:sldMk cId="1622968975" sldId="295"/>
            <ac:spMk id="3" creationId="{861F786D-AEC2-5D7B-6491-5C05068EE6E6}"/>
          </ac:spMkLst>
        </pc:spChg>
        <pc:spChg chg="add del mod">
          <ac:chgData name="Patryk Wyczółkowski - The Company" userId="288d461d-eaab-4b00-b800-aa4e5a28dfe6" providerId="ADAL" clId="{023E43D6-DC3E-4706-BB42-F0DBAC8333BE}" dt="2026-04-21T09:12:40.910" v="345" actId="478"/>
          <ac:spMkLst>
            <pc:docMk/>
            <pc:sldMk cId="1622968975" sldId="295"/>
            <ac:spMk id="4" creationId="{0CAEEC03-BA3A-621E-FD23-14561FF70961}"/>
          </ac:spMkLst>
        </pc:spChg>
        <pc:spChg chg="add mod">
          <ac:chgData name="Patryk Wyczółkowski - The Company" userId="288d461d-eaab-4b00-b800-aa4e5a28dfe6" providerId="ADAL" clId="{023E43D6-DC3E-4706-BB42-F0DBAC8333BE}" dt="2026-04-21T09:15:35.462" v="367" actId="2711"/>
          <ac:spMkLst>
            <pc:docMk/>
            <pc:sldMk cId="1622968975" sldId="295"/>
            <ac:spMk id="5" creationId="{86D234C8-555B-8BA5-EAC3-7455D515869A}"/>
          </ac:spMkLst>
        </pc:spChg>
        <pc:spChg chg="add mod">
          <ac:chgData name="Patryk Wyczółkowski - The Company" userId="288d461d-eaab-4b00-b800-aa4e5a28dfe6" providerId="ADAL" clId="{023E43D6-DC3E-4706-BB42-F0DBAC8333BE}" dt="2026-04-21T09:13:01.373" v="363" actId="404"/>
          <ac:spMkLst>
            <pc:docMk/>
            <pc:sldMk cId="1622968975" sldId="295"/>
            <ac:spMk id="6" creationId="{771609C9-ABC0-023A-9011-0EE751D5D3BD}"/>
          </ac:spMkLst>
        </pc:spChg>
        <pc:spChg chg="mod">
          <ac:chgData name="Patryk Wyczółkowski - The Company" userId="288d461d-eaab-4b00-b800-aa4e5a28dfe6" providerId="ADAL" clId="{023E43D6-DC3E-4706-BB42-F0DBAC8333BE}" dt="2026-04-04T11:56:22.820" v="76" actId="21"/>
          <ac:spMkLst>
            <pc:docMk/>
            <pc:sldMk cId="1622968975" sldId="295"/>
            <ac:spMk id="96" creationId="{D20E7F40-D509-471A-B803-94875A375664}"/>
          </ac:spMkLst>
        </pc:spChg>
        <pc:spChg chg="del mod">
          <ac:chgData name="Patryk Wyczółkowski - The Company" userId="288d461d-eaab-4b00-b800-aa4e5a28dfe6" providerId="ADAL" clId="{023E43D6-DC3E-4706-BB42-F0DBAC8333BE}" dt="2026-04-21T09:04:05.956" v="285" actId="21"/>
          <ac:spMkLst>
            <pc:docMk/>
            <pc:sldMk cId="1622968975" sldId="295"/>
            <ac:spMk id="98" creationId="{52A7AF0A-3860-83E0-D799-36B8F64C1B1D}"/>
          </ac:spMkLst>
        </pc:spChg>
        <pc:spChg chg="del mod">
          <ac:chgData name="Patryk Wyczółkowski - The Company" userId="288d461d-eaab-4b00-b800-aa4e5a28dfe6" providerId="ADAL" clId="{023E43D6-DC3E-4706-BB42-F0DBAC8333BE}" dt="2026-04-21T09:07:03.745" v="329" actId="478"/>
          <ac:spMkLst>
            <pc:docMk/>
            <pc:sldMk cId="1622968975" sldId="295"/>
            <ac:spMk id="99" creationId="{956F426A-B8C9-7258-1BC9-7656AAD18F9A}"/>
          </ac:spMkLst>
        </pc:spChg>
        <pc:spChg chg="del mod">
          <ac:chgData name="Patryk Wyczółkowski - The Company" userId="288d461d-eaab-4b00-b800-aa4e5a28dfe6" providerId="ADAL" clId="{023E43D6-DC3E-4706-BB42-F0DBAC8333BE}" dt="2026-04-21T09:07:03.745" v="329" actId="478"/>
          <ac:spMkLst>
            <pc:docMk/>
            <pc:sldMk cId="1622968975" sldId="295"/>
            <ac:spMk id="100" creationId="{1F6AD854-FB68-9FD3-8FF1-4BA2A16A8EB4}"/>
          </ac:spMkLst>
        </pc:spChg>
      </pc:sldChg>
      <pc:sldChg chg="addSp delSp modSp add mod modNotesTx">
        <pc:chgData name="Patryk Wyczółkowski - The Company" userId="288d461d-eaab-4b00-b800-aa4e5a28dfe6" providerId="ADAL" clId="{023E43D6-DC3E-4706-BB42-F0DBAC8333BE}" dt="2026-04-21T09:07:52.801" v="336" actId="1076"/>
        <pc:sldMkLst>
          <pc:docMk/>
          <pc:sldMk cId="1185325920" sldId="302"/>
        </pc:sldMkLst>
        <pc:spChg chg="add del mod">
          <ac:chgData name="Patryk Wyczółkowski - The Company" userId="288d461d-eaab-4b00-b800-aa4e5a28dfe6" providerId="ADAL" clId="{023E43D6-DC3E-4706-BB42-F0DBAC8333BE}" dt="2026-04-21T09:07:52.801" v="336" actId="1076"/>
          <ac:spMkLst>
            <pc:docMk/>
            <pc:sldMk cId="1185325920" sldId="302"/>
            <ac:spMk id="6" creationId="{9AF2D14D-236E-8047-E7B5-D5B324DE5468}"/>
          </ac:spMkLst>
        </pc:spChg>
        <pc:spChg chg="add del mod">
          <ac:chgData name="Patryk Wyczółkowski - The Company" userId="288d461d-eaab-4b00-b800-aa4e5a28dfe6" providerId="ADAL" clId="{023E43D6-DC3E-4706-BB42-F0DBAC8333BE}" dt="2026-04-21T09:07:35.106" v="334" actId="1076"/>
          <ac:spMkLst>
            <pc:docMk/>
            <pc:sldMk cId="1185325920" sldId="302"/>
            <ac:spMk id="7" creationId="{989029B6-ECA3-BFB4-6186-C53DCC0BF5E9}"/>
          </ac:spMkLst>
        </pc:spChg>
        <pc:spChg chg="add del mod">
          <ac:chgData name="Patryk Wyczółkowski - The Company" userId="288d461d-eaab-4b00-b800-aa4e5a28dfe6" providerId="ADAL" clId="{023E43D6-DC3E-4706-BB42-F0DBAC8333BE}" dt="2026-04-21T09:07:35.106" v="334" actId="1076"/>
          <ac:spMkLst>
            <pc:docMk/>
            <pc:sldMk cId="1185325920" sldId="302"/>
            <ac:spMk id="8" creationId="{C004B6BF-E514-D930-38E5-590BD4B149C0}"/>
          </ac:spMkLst>
        </pc:spChg>
        <pc:spChg chg="add del mod">
          <ac:chgData name="Patryk Wyczółkowski - The Company" userId="288d461d-eaab-4b00-b800-aa4e5a28dfe6" providerId="ADAL" clId="{023E43D6-DC3E-4706-BB42-F0DBAC8333BE}" dt="2026-04-04T18:15:00.189" v="257" actId="1076"/>
          <ac:spMkLst>
            <pc:docMk/>
            <pc:sldMk cId="1185325920" sldId="302"/>
            <ac:spMk id="9" creationId="{4A036F32-92CE-B2C1-ACFB-2FE99C82AA31}"/>
          </ac:spMkLst>
        </pc:spChg>
        <pc:picChg chg="add mod">
          <ac:chgData name="Patryk Wyczółkowski - The Company" userId="288d461d-eaab-4b00-b800-aa4e5a28dfe6" providerId="ADAL" clId="{023E43D6-DC3E-4706-BB42-F0DBAC8333BE}" dt="2026-04-04T14:12:19.258" v="113" actId="1076"/>
          <ac:picMkLst>
            <pc:docMk/>
            <pc:sldMk cId="1185325920" sldId="302"/>
            <ac:picMk id="3" creationId="{6DF2CED2-DBE4-94A3-C7DA-552FC5256F46}"/>
          </ac:picMkLst>
        </pc:picChg>
      </pc:sldChg>
      <pc:sldChg chg="addSp delSp modSp add mod ord modNotesTx">
        <pc:chgData name="Patryk Wyczółkowski - The Company" userId="288d461d-eaab-4b00-b800-aa4e5a28dfe6" providerId="ADAL" clId="{023E43D6-DC3E-4706-BB42-F0DBAC8333BE}" dt="2026-04-21T09:15:42.474" v="369"/>
        <pc:sldMkLst>
          <pc:docMk/>
          <pc:sldMk cId="1316184106" sldId="305"/>
        </pc:sldMkLst>
        <pc:spChg chg="mod">
          <ac:chgData name="Patryk Wyczółkowski - The Company" userId="288d461d-eaab-4b00-b800-aa4e5a28dfe6" providerId="ADAL" clId="{023E43D6-DC3E-4706-BB42-F0DBAC8333BE}" dt="2026-04-04T17:43:20.167" v="238" actId="20577"/>
          <ac:spMkLst>
            <pc:docMk/>
            <pc:sldMk cId="1316184106" sldId="305"/>
            <ac:spMk id="2" creationId="{23A0477D-21B9-A65B-8CA4-9A7B45F952A3}"/>
          </ac:spMkLst>
        </pc:spChg>
        <pc:spChg chg="add del mod">
          <ac:chgData name="Patryk Wyczółkowski - The Company" userId="288d461d-eaab-4b00-b800-aa4e5a28dfe6" providerId="ADAL" clId="{023E43D6-DC3E-4706-BB42-F0DBAC8333BE}" dt="2026-04-21T09:13:15.667" v="365" actId="478"/>
          <ac:spMkLst>
            <pc:docMk/>
            <pc:sldMk cId="1316184106" sldId="305"/>
            <ac:spMk id="3" creationId="{52A7AF0A-3860-83E0-D799-36B8F64C1B1D}"/>
          </ac:spMkLst>
        </pc:spChg>
        <pc:spChg chg="add mod">
          <ac:chgData name="Patryk Wyczółkowski - The Company" userId="288d461d-eaab-4b00-b800-aa4e5a28dfe6" providerId="ADAL" clId="{023E43D6-DC3E-4706-BB42-F0DBAC8333BE}" dt="2026-04-21T09:15:42.474" v="369"/>
          <ac:spMkLst>
            <pc:docMk/>
            <pc:sldMk cId="1316184106" sldId="305"/>
            <ac:spMk id="3" creationId="{B6907E90-4AF5-FCD0-57BC-3C188FE43458}"/>
          </ac:spMkLst>
        </pc:spChg>
        <pc:spChg chg="add mod">
          <ac:chgData name="Patryk Wyczółkowski - The Company" userId="288d461d-eaab-4b00-b800-aa4e5a28dfe6" providerId="ADAL" clId="{023E43D6-DC3E-4706-BB42-F0DBAC8333BE}" dt="2026-04-21T09:13:16.290" v="366"/>
          <ac:spMkLst>
            <pc:docMk/>
            <pc:sldMk cId="1316184106" sldId="305"/>
            <ac:spMk id="4" creationId="{7C9FDD82-BBC4-66F9-4DBD-293C3C4F6BEE}"/>
          </ac:spMkLst>
        </pc:spChg>
        <pc:spChg chg="add del mod">
          <ac:chgData name="Patryk Wyczółkowski - The Company" userId="288d461d-eaab-4b00-b800-aa4e5a28dfe6" providerId="ADAL" clId="{023E43D6-DC3E-4706-BB42-F0DBAC8333BE}" dt="2026-04-21T09:15:42.109" v="368" actId="478"/>
          <ac:spMkLst>
            <pc:docMk/>
            <pc:sldMk cId="1316184106" sldId="305"/>
            <ac:spMk id="5" creationId="{7F5EA397-EC9D-57E1-01DC-9765C48AF897}"/>
          </ac:spMkLst>
        </pc:spChg>
        <pc:spChg chg="add mod">
          <ac:chgData name="Patryk Wyczółkowski - The Company" userId="288d461d-eaab-4b00-b800-aa4e5a28dfe6" providerId="ADAL" clId="{023E43D6-DC3E-4706-BB42-F0DBAC8333BE}" dt="2026-04-21T09:13:16.290" v="366"/>
          <ac:spMkLst>
            <pc:docMk/>
            <pc:sldMk cId="1316184106" sldId="305"/>
            <ac:spMk id="6" creationId="{C360B144-4471-F8C1-E632-9E63F840DB9E}"/>
          </ac:spMkLst>
        </pc:spChg>
        <pc:spChg chg="del mod">
          <ac:chgData name="Patryk Wyczółkowski - The Company" userId="288d461d-eaab-4b00-b800-aa4e5a28dfe6" providerId="ADAL" clId="{023E43D6-DC3E-4706-BB42-F0DBAC8333BE}" dt="2026-04-21T09:04:08.046" v="286" actId="478"/>
          <ac:spMkLst>
            <pc:docMk/>
            <pc:sldMk cId="1316184106" sldId="305"/>
            <ac:spMk id="98" creationId="{2A8E9582-D9E2-4442-B5B8-8BF1AEF490C5}"/>
          </ac:spMkLst>
        </pc:spChg>
        <pc:spChg chg="del mod">
          <ac:chgData name="Patryk Wyczółkowski - The Company" userId="288d461d-eaab-4b00-b800-aa4e5a28dfe6" providerId="ADAL" clId="{023E43D6-DC3E-4706-BB42-F0DBAC8333BE}" dt="2026-04-21T09:13:15.667" v="365" actId="478"/>
          <ac:spMkLst>
            <pc:docMk/>
            <pc:sldMk cId="1316184106" sldId="305"/>
            <ac:spMk id="99" creationId="{FBB8D1D6-104C-92E9-79E2-8B7A5A18F731}"/>
          </ac:spMkLst>
        </pc:spChg>
        <pc:spChg chg="del mod">
          <ac:chgData name="Patryk Wyczółkowski - The Company" userId="288d461d-eaab-4b00-b800-aa4e5a28dfe6" providerId="ADAL" clId="{023E43D6-DC3E-4706-BB42-F0DBAC8333BE}" dt="2026-04-21T09:13:15.667" v="365" actId="478"/>
          <ac:spMkLst>
            <pc:docMk/>
            <pc:sldMk cId="1316184106" sldId="305"/>
            <ac:spMk id="100" creationId="{1A391E51-F2E1-B61B-8167-D5C52DA531C2}"/>
          </ac:spMkLst>
        </pc:spChg>
        <pc:picChg chg="mod">
          <ac:chgData name="Patryk Wyczółkowski - The Company" userId="288d461d-eaab-4b00-b800-aa4e5a28dfe6" providerId="ADAL" clId="{023E43D6-DC3E-4706-BB42-F0DBAC8333BE}" dt="2026-04-21T09:04:26.804" v="288" actId="14100"/>
          <ac:picMkLst>
            <pc:docMk/>
            <pc:sldMk cId="1316184106" sldId="305"/>
            <ac:picMk id="102" creationId="{79285890-FACA-2B4E-B3EA-943EE20A05E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-14288" y="195263"/>
            <a:ext cx="1522413" cy="9794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49384" y="1239681"/>
            <a:ext cx="1195070" cy="1174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427" tIns="23427" rIns="23427" bIns="23427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346B24F-7CA1-30F8-EDE4-470FE3D76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805c0f5a2_0_0:notes">
            <a:extLst>
              <a:ext uri="{FF2B5EF4-FFF2-40B4-BE49-F238E27FC236}">
                <a16:creationId xmlns:a16="http://schemas.microsoft.com/office/drawing/2014/main" id="{32385E00-5696-AA37-5342-2B2E5B8759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9384" y="1239681"/>
            <a:ext cx="1195070" cy="1174433"/>
          </a:xfrm>
          <a:prstGeom prst="rect">
            <a:avLst/>
          </a:prstGeom>
        </p:spPr>
        <p:txBody>
          <a:bodyPr spcFirstLastPara="1" wrap="square" lIns="23427" tIns="23427" rIns="23427" bIns="23427" anchor="t" anchorCtr="0">
            <a:noAutofit/>
          </a:bodyPr>
          <a:lstStyle/>
          <a:p>
            <a:pPr marL="0" indent="0">
              <a:buNone/>
            </a:pPr>
            <a:r>
              <a:rPr lang="pl-PL" dirty="0"/>
              <a:t>CC</a:t>
            </a:r>
            <a:endParaRPr dirty="0"/>
          </a:p>
        </p:txBody>
      </p:sp>
      <p:sp>
        <p:nvSpPr>
          <p:cNvPr id="94" name="Google Shape;94;g2a805c0f5a2_0_0:notes">
            <a:extLst>
              <a:ext uri="{FF2B5EF4-FFF2-40B4-BE49-F238E27FC236}">
                <a16:creationId xmlns:a16="http://schemas.microsoft.com/office/drawing/2014/main" id="{F927F0E0-4B90-5A3E-0D64-2EF964A20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4288" y="195263"/>
            <a:ext cx="1522413" cy="9794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536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pl-PL" dirty="0"/>
              <a:t>BNI+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7F24F-3328-48D6-A448-1F10CC05B6F2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22159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C0680F3-2CF3-381B-923B-0FE5CB6FC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805c0f5a2_0_0:notes">
            <a:extLst>
              <a:ext uri="{FF2B5EF4-FFF2-40B4-BE49-F238E27FC236}">
                <a16:creationId xmlns:a16="http://schemas.microsoft.com/office/drawing/2014/main" id="{C3BCA887-6DDF-14D4-FDF1-38B9965414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9384" y="1239681"/>
            <a:ext cx="1195070" cy="1174433"/>
          </a:xfrm>
          <a:prstGeom prst="rect">
            <a:avLst/>
          </a:prstGeom>
        </p:spPr>
        <p:txBody>
          <a:bodyPr spcFirstLastPara="1" wrap="square" lIns="23427" tIns="23427" rIns="23427" bIns="23427" anchor="t" anchorCtr="0">
            <a:noAutofit/>
          </a:bodyPr>
          <a:lstStyle/>
          <a:p>
            <a:pPr marL="0" indent="0">
              <a:buNone/>
            </a:pPr>
            <a:r>
              <a:rPr lang="pl-PL" dirty="0" err="1"/>
              <a:t>Default</a:t>
            </a:r>
            <a:endParaRPr dirty="0"/>
          </a:p>
        </p:txBody>
      </p:sp>
      <p:sp>
        <p:nvSpPr>
          <p:cNvPr id="94" name="Google Shape;94;g2a805c0f5a2_0_0:notes">
            <a:extLst>
              <a:ext uri="{FF2B5EF4-FFF2-40B4-BE49-F238E27FC236}">
                <a16:creationId xmlns:a16="http://schemas.microsoft.com/office/drawing/2014/main" id="{EA99F5E8-AC25-E281-3D08-28AE30DD61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4288" y="195263"/>
            <a:ext cx="1522413" cy="9794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5507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680442" y="954528"/>
            <a:ext cx="7711679" cy="203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3"/>
              <a:buFont typeface="Calibri"/>
              <a:buNone/>
              <a:defRPr sz="510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134071" y="3063400"/>
            <a:ext cx="6804422" cy="1408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51"/>
              </a:spcBef>
              <a:spcAft>
                <a:spcPts val="0"/>
              </a:spcAft>
              <a:buClr>
                <a:schemeClr val="dk1"/>
              </a:buClr>
              <a:buSzPts val="2041"/>
              <a:buNone/>
              <a:defRPr sz="2041"/>
            </a:lvl1pPr>
            <a:lvl2pPr lvl="1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/>
            </a:lvl2pPr>
            <a:lvl3pPr lvl="2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None/>
              <a:defRPr sz="1531"/>
            </a:lvl3pPr>
            <a:lvl4pPr lvl="3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/>
            </a:lvl4pPr>
            <a:lvl5pPr lvl="4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/>
            </a:lvl5pPr>
            <a:lvl6pPr lvl="5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/>
            </a:lvl6pPr>
            <a:lvl7pPr lvl="6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/>
            </a:lvl7pPr>
            <a:lvl8pPr lvl="7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/>
            </a:lvl8pPr>
            <a:lvl9pPr lvl="8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623739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3005287" y="5405842"/>
            <a:ext cx="3061990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6407497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3739" y="310527"/>
            <a:ext cx="7825086" cy="1127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623739" y="1552626"/>
            <a:ext cx="7825086" cy="3700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623739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3005287" y="5405842"/>
            <a:ext cx="3061990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6407497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619014" y="1454070"/>
            <a:ext cx="7825086" cy="2426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3"/>
              <a:buFont typeface="Calibri"/>
              <a:buNone/>
              <a:defRPr sz="510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619014" y="3903170"/>
            <a:ext cx="7825086" cy="1275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1"/>
              </a:spcBef>
              <a:spcAft>
                <a:spcPts val="0"/>
              </a:spcAft>
              <a:buClr>
                <a:schemeClr val="dk1"/>
              </a:buClr>
              <a:buSzPts val="2041"/>
              <a:buNone/>
              <a:defRPr sz="204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888888"/>
              </a:buClr>
              <a:buSzPts val="1701"/>
              <a:buNone/>
              <a:defRPr sz="1701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888888"/>
              </a:buClr>
              <a:buSzPts val="1531"/>
              <a:buNone/>
              <a:defRPr sz="1531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888888"/>
              </a:buClr>
              <a:buSzPts val="1361"/>
              <a:buNone/>
              <a:defRPr sz="1361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888888"/>
              </a:buClr>
              <a:buSzPts val="1361"/>
              <a:buNone/>
              <a:defRPr sz="1361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888888"/>
              </a:buClr>
              <a:buSzPts val="1361"/>
              <a:buNone/>
              <a:defRPr sz="1361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888888"/>
              </a:buClr>
              <a:buSzPts val="1361"/>
              <a:buNone/>
              <a:defRPr sz="1361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888888"/>
              </a:buClr>
              <a:buSzPts val="1361"/>
              <a:buNone/>
              <a:defRPr sz="1361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888888"/>
              </a:buClr>
              <a:buSzPts val="1361"/>
              <a:buNone/>
              <a:defRPr sz="1361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623739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3005287" y="5405842"/>
            <a:ext cx="3061990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6407497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623739" y="310527"/>
            <a:ext cx="7825086" cy="1127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623739" y="1552626"/>
            <a:ext cx="3855839" cy="3700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4592985" y="1552626"/>
            <a:ext cx="3855839" cy="3700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623739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3005287" y="5405842"/>
            <a:ext cx="3061990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6407497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624920" y="310527"/>
            <a:ext cx="7825086" cy="1127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624921" y="1429767"/>
            <a:ext cx="3838119" cy="700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1"/>
              </a:spcBef>
              <a:spcAft>
                <a:spcPts val="0"/>
              </a:spcAft>
              <a:buClr>
                <a:schemeClr val="dk1"/>
              </a:buClr>
              <a:buSzPts val="2041"/>
              <a:buNone/>
              <a:defRPr sz="2041" b="1"/>
            </a:lvl1pPr>
            <a:lvl2pPr marL="914400" lvl="1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 b="1"/>
            </a:lvl2pPr>
            <a:lvl3pPr marL="1371600" lvl="2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None/>
              <a:defRPr sz="1531" b="1"/>
            </a:lvl3pPr>
            <a:lvl4pPr marL="1828800" lvl="3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4pPr>
            <a:lvl5pPr marL="2286000" lvl="4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5pPr>
            <a:lvl6pPr marL="2743200" lvl="5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6pPr>
            <a:lvl7pPr marL="3200400" lvl="6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7pPr>
            <a:lvl8pPr marL="3657600" lvl="7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8pPr>
            <a:lvl9pPr marL="4114800" lvl="8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624921" y="2130473"/>
            <a:ext cx="3838119" cy="3133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4592986" y="1429767"/>
            <a:ext cx="3857021" cy="700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1"/>
              </a:spcBef>
              <a:spcAft>
                <a:spcPts val="0"/>
              </a:spcAft>
              <a:buClr>
                <a:schemeClr val="dk1"/>
              </a:buClr>
              <a:buSzPts val="2041"/>
              <a:buNone/>
              <a:defRPr sz="2041" b="1"/>
            </a:lvl1pPr>
            <a:lvl2pPr marL="914400" lvl="1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None/>
              <a:defRPr sz="1701" b="1"/>
            </a:lvl2pPr>
            <a:lvl3pPr marL="1371600" lvl="2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None/>
              <a:defRPr sz="1531" b="1"/>
            </a:lvl3pPr>
            <a:lvl4pPr marL="1828800" lvl="3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4pPr>
            <a:lvl5pPr marL="2286000" lvl="4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5pPr>
            <a:lvl6pPr marL="2743200" lvl="5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6pPr>
            <a:lvl7pPr marL="3200400" lvl="6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7pPr>
            <a:lvl8pPr marL="3657600" lvl="7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8pPr>
            <a:lvl9pPr marL="4114800" lvl="8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4592986" y="2130473"/>
            <a:ext cx="3857021" cy="3133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623739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3005287" y="5405842"/>
            <a:ext cx="3061990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6407497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lko tytuł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623739" y="310527"/>
            <a:ext cx="7825086" cy="1127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623739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3005287" y="5405842"/>
            <a:ext cx="3061990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6407497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y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623739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005287" y="5405842"/>
            <a:ext cx="3061990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407497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624920" y="388832"/>
            <a:ext cx="2926138" cy="1360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2"/>
              <a:buFont typeface="Calibri"/>
              <a:buNone/>
              <a:defRPr sz="272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857021" y="839769"/>
            <a:ext cx="4592985" cy="414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1447" algn="l">
              <a:lnSpc>
                <a:spcPct val="90000"/>
              </a:lnSpc>
              <a:spcBef>
                <a:spcPts val="851"/>
              </a:spcBef>
              <a:spcAft>
                <a:spcPts val="0"/>
              </a:spcAft>
              <a:buClr>
                <a:schemeClr val="dk1"/>
              </a:buClr>
              <a:buSzPts val="2722"/>
              <a:buChar char="•"/>
              <a:defRPr sz="2722"/>
            </a:lvl1pPr>
            <a:lvl2pPr marL="914400" lvl="1" indent="-37979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381"/>
              <a:buChar char="•"/>
              <a:defRPr sz="2381"/>
            </a:lvl2pPr>
            <a:lvl3pPr marL="1371600" lvl="2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Char char="•"/>
              <a:defRPr sz="2041"/>
            </a:lvl3pPr>
            <a:lvl4pPr marL="1828800" lvl="3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Char char="•"/>
              <a:defRPr sz="1701"/>
            </a:lvl4pPr>
            <a:lvl5pPr marL="2286000" lvl="4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Char char="•"/>
              <a:defRPr sz="1701"/>
            </a:lvl5pPr>
            <a:lvl6pPr marL="2743200" lvl="5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Char char="•"/>
              <a:defRPr sz="1701"/>
            </a:lvl6pPr>
            <a:lvl7pPr marL="3200400" lvl="6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Char char="•"/>
              <a:defRPr sz="1701"/>
            </a:lvl7pPr>
            <a:lvl8pPr marL="3657600" lvl="7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Char char="•"/>
              <a:defRPr sz="1701"/>
            </a:lvl8pPr>
            <a:lvl9pPr marL="4114800" lvl="8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Char char="•"/>
              <a:defRPr sz="170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624920" y="1749743"/>
            <a:ext cx="2926138" cy="324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1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/>
            </a:lvl1pPr>
            <a:lvl2pPr marL="914400" lvl="1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191"/>
              <a:buNone/>
              <a:defRPr sz="1191"/>
            </a:lvl2pPr>
            <a:lvl3pPr marL="1371600" lvl="2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021"/>
              <a:buNone/>
              <a:defRPr sz="1021"/>
            </a:lvl3pPr>
            <a:lvl4pPr marL="1828800" lvl="3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1"/>
              <a:buNone/>
              <a:defRPr sz="851"/>
            </a:lvl4pPr>
            <a:lvl5pPr marL="2286000" lvl="4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1"/>
              <a:buNone/>
              <a:defRPr sz="851"/>
            </a:lvl5pPr>
            <a:lvl6pPr marL="2743200" lvl="5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1"/>
              <a:buNone/>
              <a:defRPr sz="851"/>
            </a:lvl6pPr>
            <a:lvl7pPr marL="3200400" lvl="6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1"/>
              <a:buNone/>
              <a:defRPr sz="851"/>
            </a:lvl7pPr>
            <a:lvl8pPr marL="3657600" lvl="7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1"/>
              <a:buNone/>
              <a:defRPr sz="851"/>
            </a:lvl8pPr>
            <a:lvl9pPr marL="4114800" lvl="8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1"/>
              <a:buNone/>
              <a:defRPr sz="851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623739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005287" y="5405842"/>
            <a:ext cx="3061990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407497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624920" y="388832"/>
            <a:ext cx="2926138" cy="1360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2"/>
              <a:buFont typeface="Calibri"/>
              <a:buNone/>
              <a:defRPr sz="272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857021" y="839769"/>
            <a:ext cx="4592985" cy="4144838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624920" y="1749743"/>
            <a:ext cx="2926138" cy="324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1"/>
              </a:spcBef>
              <a:spcAft>
                <a:spcPts val="0"/>
              </a:spcAft>
              <a:buClr>
                <a:schemeClr val="dk1"/>
              </a:buClr>
              <a:buSzPts val="1361"/>
              <a:buNone/>
              <a:defRPr sz="1361"/>
            </a:lvl1pPr>
            <a:lvl2pPr marL="914400" lvl="1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191"/>
              <a:buNone/>
              <a:defRPr sz="1191"/>
            </a:lvl2pPr>
            <a:lvl3pPr marL="1371600" lvl="2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021"/>
              <a:buNone/>
              <a:defRPr sz="1021"/>
            </a:lvl3pPr>
            <a:lvl4pPr marL="1828800" lvl="3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1"/>
              <a:buNone/>
              <a:defRPr sz="851"/>
            </a:lvl4pPr>
            <a:lvl5pPr marL="2286000" lvl="4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1"/>
              <a:buNone/>
              <a:defRPr sz="851"/>
            </a:lvl5pPr>
            <a:lvl6pPr marL="2743200" lvl="5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1"/>
              <a:buNone/>
              <a:defRPr sz="851"/>
            </a:lvl6pPr>
            <a:lvl7pPr marL="3200400" lvl="6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1"/>
              <a:buNone/>
              <a:defRPr sz="851"/>
            </a:lvl7pPr>
            <a:lvl8pPr marL="3657600" lvl="7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1"/>
              <a:buNone/>
              <a:defRPr sz="851"/>
            </a:lvl8pPr>
            <a:lvl9pPr marL="4114800" lvl="8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1"/>
              <a:buNone/>
              <a:defRPr sz="851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623739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005287" y="5405842"/>
            <a:ext cx="3061990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407497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623739" y="310527"/>
            <a:ext cx="7825086" cy="1127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685956" y="-509591"/>
            <a:ext cx="3700652" cy="782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623739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005287" y="5405842"/>
            <a:ext cx="3061990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407497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999313" y="1803766"/>
            <a:ext cx="4942753" cy="1956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030066" y="-95802"/>
            <a:ext cx="4942753" cy="5755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623739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005287" y="5405842"/>
            <a:ext cx="3061990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407497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8964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623739" y="310527"/>
            <a:ext cx="7825086" cy="1127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2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623739" y="1552626"/>
            <a:ext cx="7825086" cy="3700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9793" algn="l" rtl="0">
              <a:lnSpc>
                <a:spcPct val="90000"/>
              </a:lnSpc>
              <a:spcBef>
                <a:spcPts val="851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623739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2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005287" y="5405842"/>
            <a:ext cx="3061990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2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407497" y="5405842"/>
            <a:ext cx="2041327" cy="31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2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2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2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2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2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2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2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2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21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B16BD9AD-A3AE-DCD5-5042-12B9C6F3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805c0f5a2_0_0">
            <a:extLst>
              <a:ext uri="{FF2B5EF4-FFF2-40B4-BE49-F238E27FC236}">
                <a16:creationId xmlns:a16="http://schemas.microsoft.com/office/drawing/2014/main" id="{D20E7F40-D509-471A-B803-94875A375664}"/>
              </a:ext>
            </a:extLst>
          </p:cNvPr>
          <p:cNvSpPr/>
          <p:nvPr/>
        </p:nvSpPr>
        <p:spPr>
          <a:xfrm>
            <a:off x="0" y="4686300"/>
            <a:ext cx="9072600" cy="678300"/>
          </a:xfrm>
          <a:prstGeom prst="rect">
            <a:avLst/>
          </a:prstGeom>
          <a:solidFill>
            <a:srgbClr val="FFD50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200" b="1" i="0" u="none" strike="noStrike" cap="none" dirty="0">
              <a:solidFill>
                <a:schemeClr val="tx1"/>
              </a:solidFill>
              <a:latin typeface="Arial Black" panose="020B0A040201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g2a805c0f5a2_0_0">
            <a:extLst>
              <a:ext uri="{FF2B5EF4-FFF2-40B4-BE49-F238E27FC236}">
                <a16:creationId xmlns:a16="http://schemas.microsoft.com/office/drawing/2014/main" id="{0C223269-DDE9-910D-A85C-6A232EEBDF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00" y="287327"/>
            <a:ext cx="3043924" cy="945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2a805c0f5a2_0_0">
            <a:extLst>
              <a:ext uri="{FF2B5EF4-FFF2-40B4-BE49-F238E27FC236}">
                <a16:creationId xmlns:a16="http://schemas.microsoft.com/office/drawing/2014/main" id="{C9B17B39-0789-6BF1-F392-759DD77D963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059" y="4892993"/>
            <a:ext cx="3286125" cy="219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g2a805c0f5a2_0_0">
            <a:extLst>
              <a:ext uri="{FF2B5EF4-FFF2-40B4-BE49-F238E27FC236}">
                <a16:creationId xmlns:a16="http://schemas.microsoft.com/office/drawing/2014/main" id="{A3301427-EFFE-44FC-A506-05C7B72F1A2E}"/>
              </a:ext>
            </a:extLst>
          </p:cNvPr>
          <p:cNvCxnSpPr/>
          <p:nvPr/>
        </p:nvCxnSpPr>
        <p:spPr>
          <a:xfrm>
            <a:off x="2633617" y="2594507"/>
            <a:ext cx="3733800" cy="0"/>
          </a:xfrm>
          <a:prstGeom prst="straightConnector1">
            <a:avLst/>
          </a:prstGeom>
          <a:noFill/>
          <a:ln w="38100" cap="flat" cmpd="sng">
            <a:solidFill>
              <a:srgbClr val="FFD50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pole tekstowe 1">
            <a:extLst>
              <a:ext uri="{FF2B5EF4-FFF2-40B4-BE49-F238E27FC236}">
                <a16:creationId xmlns:a16="http://schemas.microsoft.com/office/drawing/2014/main" id="{F526C0F5-3FAC-ED2E-4EBA-CE55BAD1943E}"/>
              </a:ext>
            </a:extLst>
          </p:cNvPr>
          <p:cNvSpPr txBox="1"/>
          <p:nvPr/>
        </p:nvSpPr>
        <p:spPr>
          <a:xfrm>
            <a:off x="5316380" y="4771697"/>
            <a:ext cx="3616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400" b="1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{{Grupa}}</a:t>
            </a:r>
          </a:p>
        </p:txBody>
      </p:sp>
      <p:sp>
        <p:nvSpPr>
          <p:cNvPr id="3" name="Google Shape;99;g2a805c0f5a2_0_0">
            <a:extLst>
              <a:ext uri="{FF2B5EF4-FFF2-40B4-BE49-F238E27FC236}">
                <a16:creationId xmlns:a16="http://schemas.microsoft.com/office/drawing/2014/main" id="{861F786D-AEC2-5D7B-6491-5C05068EE6E6}"/>
              </a:ext>
            </a:extLst>
          </p:cNvPr>
          <p:cNvSpPr txBox="1"/>
          <p:nvPr/>
        </p:nvSpPr>
        <p:spPr>
          <a:xfrm>
            <a:off x="313499" y="3514978"/>
            <a:ext cx="83360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200" b="1" dirty="0">
                <a:solidFill>
                  <a:schemeClr val="dk1"/>
                </a:solidFill>
              </a:rPr>
              <a:t>{{Branża}}</a:t>
            </a:r>
            <a:endParaRPr lang="pl-PL" sz="3200" b="1" dirty="0"/>
          </a:p>
        </p:txBody>
      </p:sp>
      <p:sp>
        <p:nvSpPr>
          <p:cNvPr id="5" name="Google Shape;98;g2a805c0f5a2_0_0">
            <a:extLst>
              <a:ext uri="{FF2B5EF4-FFF2-40B4-BE49-F238E27FC236}">
                <a16:creationId xmlns:a16="http://schemas.microsoft.com/office/drawing/2014/main" id="{86D234C8-555B-8BA5-EAC3-7455D515869A}"/>
              </a:ext>
            </a:extLst>
          </p:cNvPr>
          <p:cNvSpPr txBox="1"/>
          <p:nvPr/>
        </p:nvSpPr>
        <p:spPr>
          <a:xfrm>
            <a:off x="67717" y="1689937"/>
            <a:ext cx="858184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5200" b="1" dirty="0">
                <a:solidFill>
                  <a:schemeClr val="dk1"/>
                </a:solidFill>
                <a:latin typeface="Arial Black" panose="020B0A04020102020204" pitchFamily="34" charset="0"/>
              </a:rPr>
              <a:t> {{Imię}} {{Nazwisko}}</a:t>
            </a:r>
            <a:endParaRPr sz="5200" dirty="0">
              <a:latin typeface="Arial Black" panose="020B0A04020102020204" pitchFamily="34" charset="0"/>
            </a:endParaRPr>
          </a:p>
        </p:txBody>
      </p:sp>
      <p:sp>
        <p:nvSpPr>
          <p:cNvPr id="6" name="Google Shape;99;g2a805c0f5a2_0_0">
            <a:extLst>
              <a:ext uri="{FF2B5EF4-FFF2-40B4-BE49-F238E27FC236}">
                <a16:creationId xmlns:a16="http://schemas.microsoft.com/office/drawing/2014/main" id="{771609C9-ABC0-023A-9011-0EE751D5D3BD}"/>
              </a:ext>
            </a:extLst>
          </p:cNvPr>
          <p:cNvSpPr txBox="1"/>
          <p:nvPr/>
        </p:nvSpPr>
        <p:spPr>
          <a:xfrm>
            <a:off x="332485" y="2875583"/>
            <a:ext cx="833606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600" b="1" dirty="0">
                <a:solidFill>
                  <a:schemeClr val="dk1"/>
                </a:solidFill>
              </a:rPr>
              <a:t>{{Firma}}</a:t>
            </a:r>
            <a:endParaRPr lang="pl-PL" sz="3600" b="1" dirty="0"/>
          </a:p>
        </p:txBody>
      </p:sp>
    </p:spTree>
    <p:extLst>
      <p:ext uri="{BB962C8B-B14F-4D97-AF65-F5344CB8AC3E}">
        <p14:creationId xmlns:p14="http://schemas.microsoft.com/office/powerpoint/2010/main" val="1622968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CEC4-3ADB-CC32-E9B4-8CFF45F18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989029B6-ECA3-BFB4-6186-C53DCC0BF5E9}"/>
              </a:ext>
            </a:extLst>
          </p:cNvPr>
          <p:cNvSpPr txBox="1"/>
          <p:nvPr/>
        </p:nvSpPr>
        <p:spPr>
          <a:xfrm>
            <a:off x="0" y="3667235"/>
            <a:ext cx="905374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10464">
              <a:buClrTx/>
              <a:defRPr/>
            </a:pPr>
            <a:r>
              <a:rPr lang="pl-PL" sz="3800" b="1" dirty="0">
                <a:latin typeface="Arial" panose="020B0604020202020204" pitchFamily="34" charset="0"/>
                <a:cs typeface="Arial" panose="020B0604020202020204" pitchFamily="34" charset="0"/>
              </a:rPr>
              <a:t>{{Branża}}</a:t>
            </a:r>
            <a:endParaRPr lang="pl-PL" sz="3800" b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AF2D14D-236E-8047-E7B5-D5B324DE5468}"/>
              </a:ext>
            </a:extLst>
          </p:cNvPr>
          <p:cNvSpPr txBox="1"/>
          <p:nvPr/>
        </p:nvSpPr>
        <p:spPr>
          <a:xfrm>
            <a:off x="18823" y="1679844"/>
            <a:ext cx="903491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10464">
              <a:buClrTx/>
              <a:defRPr/>
            </a:pPr>
            <a:r>
              <a:rPr lang="pl-PL" sz="5000" b="1" dirty="0">
                <a:solidFill>
                  <a:srgbClr val="D7182A"/>
                </a:solidFill>
              </a:rPr>
              <a:t>{{Imię}} {{Nazwisko}}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004B6BF-E514-D930-38E5-590BD4B149C0}"/>
              </a:ext>
            </a:extLst>
          </p:cNvPr>
          <p:cNvSpPr txBox="1"/>
          <p:nvPr/>
        </p:nvSpPr>
        <p:spPr>
          <a:xfrm>
            <a:off x="-1" y="2916237"/>
            <a:ext cx="907256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710464">
              <a:buClrTx/>
              <a:defRPr/>
            </a:pPr>
            <a:r>
              <a:rPr lang="pl-PL" sz="38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{{Firma}}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A036F32-92CE-B2C1-ACFB-2FE99C82AA31}"/>
              </a:ext>
            </a:extLst>
          </p:cNvPr>
          <p:cNvSpPr txBox="1"/>
          <p:nvPr/>
        </p:nvSpPr>
        <p:spPr>
          <a:xfrm>
            <a:off x="4372109" y="431636"/>
            <a:ext cx="4291586" cy="571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710464">
              <a:buClrTx/>
              <a:defRPr/>
            </a:pPr>
            <a:r>
              <a:rPr lang="pl-PL" sz="3112" b="1" dirty="0">
                <a:solidFill>
                  <a:srgbClr val="696A6D"/>
                </a:solidFill>
              </a:rPr>
              <a:t>{{Grupa}}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6DF2CED2-DBE4-94A3-C7DA-552FC5256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68" y="431636"/>
            <a:ext cx="2020451" cy="57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2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830F42E9-5F19-FFF9-EAEE-F6B42C066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805c0f5a2_0_0">
            <a:extLst>
              <a:ext uri="{FF2B5EF4-FFF2-40B4-BE49-F238E27FC236}">
                <a16:creationId xmlns:a16="http://schemas.microsoft.com/office/drawing/2014/main" id="{82D627C4-2AB7-2B2D-B2B5-76819D38082B}"/>
              </a:ext>
            </a:extLst>
          </p:cNvPr>
          <p:cNvSpPr/>
          <p:nvPr/>
        </p:nvSpPr>
        <p:spPr>
          <a:xfrm>
            <a:off x="0" y="4686300"/>
            <a:ext cx="9072600" cy="678300"/>
          </a:xfrm>
          <a:prstGeom prst="rect">
            <a:avLst/>
          </a:prstGeom>
          <a:solidFill>
            <a:srgbClr val="FFD50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200" b="1" i="0" u="none" strike="noStrike" cap="none" dirty="0">
              <a:solidFill>
                <a:schemeClr val="tx1"/>
              </a:solidFill>
              <a:latin typeface="Arial Black" panose="020B0A0402010202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g2a805c0f5a2_0_0">
            <a:extLst>
              <a:ext uri="{FF2B5EF4-FFF2-40B4-BE49-F238E27FC236}">
                <a16:creationId xmlns:a16="http://schemas.microsoft.com/office/drawing/2014/main" id="{C072C687-BD8C-4B71-737F-EF5907B018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00" y="287327"/>
            <a:ext cx="3043924" cy="945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2a805c0f5a2_0_0">
            <a:extLst>
              <a:ext uri="{FF2B5EF4-FFF2-40B4-BE49-F238E27FC236}">
                <a16:creationId xmlns:a16="http://schemas.microsoft.com/office/drawing/2014/main" id="{79285890-FACA-2B4E-B3EA-943EE20A05E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060" y="4892993"/>
            <a:ext cx="3286124" cy="219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g2a805c0f5a2_0_0">
            <a:extLst>
              <a:ext uri="{FF2B5EF4-FFF2-40B4-BE49-F238E27FC236}">
                <a16:creationId xmlns:a16="http://schemas.microsoft.com/office/drawing/2014/main" id="{1D6F6B63-B82A-5AD2-B05F-1A01974CAE3E}"/>
              </a:ext>
            </a:extLst>
          </p:cNvPr>
          <p:cNvCxnSpPr/>
          <p:nvPr/>
        </p:nvCxnSpPr>
        <p:spPr>
          <a:xfrm>
            <a:off x="2633617" y="2594507"/>
            <a:ext cx="3733800" cy="0"/>
          </a:xfrm>
          <a:prstGeom prst="straightConnector1">
            <a:avLst/>
          </a:prstGeom>
          <a:noFill/>
          <a:ln w="38100" cap="flat" cmpd="sng">
            <a:solidFill>
              <a:srgbClr val="FFD50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pole tekstowe 1">
            <a:extLst>
              <a:ext uri="{FF2B5EF4-FFF2-40B4-BE49-F238E27FC236}">
                <a16:creationId xmlns:a16="http://schemas.microsoft.com/office/drawing/2014/main" id="{23A0477D-21B9-A65B-8CA4-9A7B45F952A3}"/>
              </a:ext>
            </a:extLst>
          </p:cNvPr>
          <p:cNvSpPr txBox="1"/>
          <p:nvPr/>
        </p:nvSpPr>
        <p:spPr>
          <a:xfrm>
            <a:off x="5316380" y="4771697"/>
            <a:ext cx="3616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2400" b="1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{{Grupa}}</a:t>
            </a:r>
          </a:p>
        </p:txBody>
      </p:sp>
      <p:sp>
        <p:nvSpPr>
          <p:cNvPr id="4" name="Google Shape;99;g2a805c0f5a2_0_0">
            <a:extLst>
              <a:ext uri="{FF2B5EF4-FFF2-40B4-BE49-F238E27FC236}">
                <a16:creationId xmlns:a16="http://schemas.microsoft.com/office/drawing/2014/main" id="{7C9FDD82-BBC4-66F9-4DBD-293C3C4F6BEE}"/>
              </a:ext>
            </a:extLst>
          </p:cNvPr>
          <p:cNvSpPr txBox="1"/>
          <p:nvPr/>
        </p:nvSpPr>
        <p:spPr>
          <a:xfrm>
            <a:off x="313499" y="3514978"/>
            <a:ext cx="833606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200" b="1" dirty="0">
                <a:solidFill>
                  <a:schemeClr val="dk1"/>
                </a:solidFill>
              </a:rPr>
              <a:t>{{Branża}}</a:t>
            </a:r>
            <a:endParaRPr lang="pl-PL" sz="3200" b="1" dirty="0"/>
          </a:p>
        </p:txBody>
      </p:sp>
      <p:sp>
        <p:nvSpPr>
          <p:cNvPr id="6" name="Google Shape;99;g2a805c0f5a2_0_0">
            <a:extLst>
              <a:ext uri="{FF2B5EF4-FFF2-40B4-BE49-F238E27FC236}">
                <a16:creationId xmlns:a16="http://schemas.microsoft.com/office/drawing/2014/main" id="{C360B144-4471-F8C1-E632-9E63F840DB9E}"/>
              </a:ext>
            </a:extLst>
          </p:cNvPr>
          <p:cNvSpPr txBox="1"/>
          <p:nvPr/>
        </p:nvSpPr>
        <p:spPr>
          <a:xfrm>
            <a:off x="332485" y="2875583"/>
            <a:ext cx="833606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600" b="1" dirty="0">
                <a:solidFill>
                  <a:schemeClr val="dk1"/>
                </a:solidFill>
              </a:rPr>
              <a:t>{{Firma}}</a:t>
            </a:r>
            <a:endParaRPr lang="pl-PL" sz="3600" b="1" dirty="0"/>
          </a:p>
        </p:txBody>
      </p:sp>
      <p:sp>
        <p:nvSpPr>
          <p:cNvPr id="3" name="Google Shape;98;g2a805c0f5a2_0_0">
            <a:extLst>
              <a:ext uri="{FF2B5EF4-FFF2-40B4-BE49-F238E27FC236}">
                <a16:creationId xmlns:a16="http://schemas.microsoft.com/office/drawing/2014/main" id="{B6907E90-4AF5-FCD0-57BC-3C188FE43458}"/>
              </a:ext>
            </a:extLst>
          </p:cNvPr>
          <p:cNvSpPr txBox="1"/>
          <p:nvPr/>
        </p:nvSpPr>
        <p:spPr>
          <a:xfrm>
            <a:off x="67717" y="1689937"/>
            <a:ext cx="858184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5200" b="1" dirty="0">
                <a:solidFill>
                  <a:schemeClr val="dk1"/>
                </a:solidFill>
                <a:latin typeface="Arial Black" panose="020B0A04020102020204" pitchFamily="34" charset="0"/>
              </a:rPr>
              <a:t> {{Imię}} {{Nazwisko}}</a:t>
            </a:r>
            <a:endParaRPr sz="5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18410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Motyw pakietu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5745</TotalTime>
  <Words>52</Words>
  <Application>Microsoft Office PowerPoint</Application>
  <PresentationFormat>Niestandardowy</PresentationFormat>
  <Paragraphs>16</Paragraphs>
  <Slides>3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</vt:i4>
      </vt:variant>
    </vt:vector>
  </HeadingPairs>
  <TitlesOfParts>
    <vt:vector size="7" baseType="lpstr">
      <vt:lpstr>Calibri</vt:lpstr>
      <vt:lpstr>Arial Black</vt:lpstr>
      <vt:lpstr>Arial</vt:lpstr>
      <vt:lpstr>Motyw pakietu Office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Iwo Kolasiński</dc:creator>
  <cp:lastModifiedBy>Patryk Wyczółkowski - The Company</cp:lastModifiedBy>
  <cp:revision>9</cp:revision>
  <cp:lastPrinted>2025-03-20T11:04:00Z</cp:lastPrinted>
  <dcterms:created xsi:type="dcterms:W3CDTF">2023-10-10T08:36:14Z</dcterms:created>
  <dcterms:modified xsi:type="dcterms:W3CDTF">2026-04-21T09:15:44Z</dcterms:modified>
</cp:coreProperties>
</file>