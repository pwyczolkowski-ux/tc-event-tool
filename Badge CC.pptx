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rial Black" panose="020B0A04020102020204" pitchFamily="34" charset="0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5" dt="2026-04-04T14:17:49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04T18:15:00.189" v="257" actId="1076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04T17:43:16.301" v="236" actId="20577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7:41:54.139" v="208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7:41:59.353" v="212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7:41:57.308" v="210" actId="20577"/>
          <ac:spMkLst>
            <pc:docMk/>
            <pc:sldMk cId="1622968975" sldId="295"/>
            <ac:spMk id="100" creationId="{1F6AD854-FB68-9FD3-8FF1-4BA2A16A8EB4}"/>
          </ac:spMkLst>
        </pc:spChg>
      </pc:sldChg>
      <pc:sldChg chg="addSp delSp modSp add mod modNotesTx">
        <pc:chgData name="Patryk Wyczółkowski - The Company" userId="288d461d-eaab-4b00-b800-aa4e5a28dfe6" providerId="ADAL" clId="{023E43D6-DC3E-4706-BB42-F0DBAC8333BE}" dt="2026-04-04T18:15:00.189" v="257" actId="1076"/>
        <pc:sldMkLst>
          <pc:docMk/>
          <pc:sldMk cId="1185325920" sldId="302"/>
        </pc:sldMkLst>
        <pc:spChg chg="add del mod">
          <ac:chgData name="Patryk Wyczółkowski - The Company" userId="288d461d-eaab-4b00-b800-aa4e5a28dfe6" providerId="ADAL" clId="{023E43D6-DC3E-4706-BB42-F0DBAC8333BE}" dt="2026-04-04T18:14:54.690" v="250" actId="6549"/>
          <ac:spMkLst>
            <pc:docMk/>
            <pc:sldMk cId="1185325920" sldId="302"/>
            <ac:spMk id="6" creationId="{9AF2D14D-236E-8047-E7B5-D5B324DE5468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4:54.847" v="251" actId="478"/>
          <ac:spMkLst>
            <pc:docMk/>
            <pc:sldMk cId="1185325920" sldId="302"/>
            <ac:spMk id="7" creationId="{989029B6-ECA3-BFB4-6186-C53DCC0BF5E9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4:54.847" v="251" actId="478"/>
          <ac:spMkLst>
            <pc:docMk/>
            <pc:sldMk cId="1185325920" sldId="302"/>
            <ac:spMk id="8" creationId="{C004B6BF-E514-D930-38E5-590BD4B149C0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5:00.189" v="257" actId="1076"/>
          <ac:spMkLst>
            <pc:docMk/>
            <pc:sldMk cId="1185325920" sldId="302"/>
            <ac:spMk id="9" creationId="{4A036F32-92CE-B2C1-ACFB-2FE99C82AA31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new del">
        <pc:chgData name="Patryk Wyczółkowski - The Company" userId="288d461d-eaab-4b00-b800-aa4e5a28dfe6" providerId="ADAL" clId="{023E43D6-DC3E-4706-BB42-F0DBAC8333BE}" dt="2026-04-04T14:11:00.809" v="104" actId="47"/>
        <pc:sldMkLst>
          <pc:docMk/>
          <pc:sldMk cId="991759561" sldId="303"/>
        </pc:sldMkLst>
      </pc:sldChg>
      <pc:sldChg chg="add del">
        <pc:chgData name="Patryk Wyczółkowski - The Company" userId="288d461d-eaab-4b00-b800-aa4e5a28dfe6" providerId="ADAL" clId="{023E43D6-DC3E-4706-BB42-F0DBAC8333BE}" dt="2026-04-04T14:14:04.227" v="115" actId="47"/>
        <pc:sldMkLst>
          <pc:docMk/>
          <pc:sldMk cId="1760921419" sldId="303"/>
        </pc:sldMkLst>
      </pc:sldChg>
      <pc:sldChg chg="addSp delSp modSp add del mod modNotesTx">
        <pc:chgData name="Patryk Wyczółkowski - The Company" userId="288d461d-eaab-4b00-b800-aa4e5a28dfe6" providerId="ADAL" clId="{023E43D6-DC3E-4706-BB42-F0DBAC8333BE}" dt="2026-04-04T17:32:09.500" v="198" actId="47"/>
        <pc:sldMkLst>
          <pc:docMk/>
          <pc:sldMk cId="3531637373" sldId="303"/>
        </pc:sldMkLst>
        <pc:spChg chg="add mod">
          <ac:chgData name="Patryk Wyczółkowski - The Company" userId="288d461d-eaab-4b00-b800-aa4e5a28dfe6" providerId="ADAL" clId="{023E43D6-DC3E-4706-BB42-F0DBAC8333BE}" dt="2026-04-04T14:20:55.976" v="160" actId="404"/>
          <ac:spMkLst>
            <pc:docMk/>
            <pc:sldMk cId="3531637373" sldId="303"/>
            <ac:spMk id="2" creationId="{8E756070-19EC-B969-24C6-0894096B3578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7" creationId="{49C6FFDC-9854-AAEE-EDC7-D1FEB2DC6A54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8" creationId="{C0BC620B-493C-713D-2F3E-88A03C7B8A9D}"/>
          </ac:spMkLst>
        </pc:spChg>
        <pc:spChg chg="del">
          <ac:chgData name="Patryk Wyczółkowski - The Company" userId="288d461d-eaab-4b00-b800-aa4e5a28dfe6" providerId="ADAL" clId="{023E43D6-DC3E-4706-BB42-F0DBAC8333BE}" dt="2026-04-04T14:20:47.677" v="138" actId="478"/>
          <ac:spMkLst>
            <pc:docMk/>
            <pc:sldMk cId="3531637373" sldId="303"/>
            <ac:spMk id="9" creationId="{2F7DD51B-0CA2-0228-330C-1B5D977FB87C}"/>
          </ac:spMkLst>
        </pc:spChg>
      </pc:sldChg>
      <pc:sldChg chg="new del">
        <pc:chgData name="Patryk Wyczółkowski - The Company" userId="288d461d-eaab-4b00-b800-aa4e5a28dfe6" providerId="ADAL" clId="{023E43D6-DC3E-4706-BB42-F0DBAC8333BE}" dt="2026-04-04T14:11:01.888" v="105" actId="47"/>
        <pc:sldMkLst>
          <pc:docMk/>
          <pc:sldMk cId="1180131338" sldId="304"/>
        </pc:sldMkLst>
      </pc:sldChg>
      <pc:sldChg chg="modSp add del mod modNotesTx">
        <pc:chgData name="Patryk Wyczółkowski - The Company" userId="288d461d-eaab-4b00-b800-aa4e5a28dfe6" providerId="ADAL" clId="{023E43D6-DC3E-4706-BB42-F0DBAC8333BE}" dt="2026-04-04T17:32:12.531" v="199" actId="47"/>
        <pc:sldMkLst>
          <pc:docMk/>
          <pc:sldMk cId="4032356528" sldId="304"/>
        </pc:sldMkLst>
        <pc:spChg chg="mod">
          <ac:chgData name="Patryk Wyczółkowski - The Company" userId="288d461d-eaab-4b00-b800-aa4e5a28dfe6" providerId="ADAL" clId="{023E43D6-DC3E-4706-BB42-F0DBAC8333BE}" dt="2026-04-04T14:21:04.693" v="171" actId="20577"/>
          <ac:spMkLst>
            <pc:docMk/>
            <pc:sldMk cId="4032356528" sldId="304"/>
            <ac:spMk id="2" creationId="{8AD80368-5CA7-F821-1A50-D7E7F48E333C}"/>
          </ac:spMkLst>
        </pc:spChg>
      </pc:sldChg>
      <pc:sldChg chg="modSp add mod ord modNotesTx">
        <pc:chgData name="Patryk Wyczółkowski - The Company" userId="288d461d-eaab-4b00-b800-aa4e5a28dfe6" providerId="ADAL" clId="{023E43D6-DC3E-4706-BB42-F0DBAC8333BE}" dt="2026-04-04T17:43:20.167" v="238" actId="20577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mod">
          <ac:chgData name="Patryk Wyczółkowski - The Company" userId="288d461d-eaab-4b00-b800-aa4e5a28dfe6" providerId="ADAL" clId="{023E43D6-DC3E-4706-BB42-F0DBAC8333BE}" dt="2026-04-04T17:42:09.067" v="218" actId="20577"/>
          <ac:spMkLst>
            <pc:docMk/>
            <pc:sldMk cId="1316184106" sldId="305"/>
            <ac:spMk id="98" creationId="{2A8E9582-D9E2-4442-B5B8-8BF1AEF490C5}"/>
          </ac:spMkLst>
        </pc:spChg>
        <pc:spChg chg="mod">
          <ac:chgData name="Patryk Wyczółkowski - The Company" userId="288d461d-eaab-4b00-b800-aa4e5a28dfe6" providerId="ADAL" clId="{023E43D6-DC3E-4706-BB42-F0DBAC8333BE}" dt="2026-04-04T17:42:14.669" v="222" actId="20577"/>
          <ac:spMkLst>
            <pc:docMk/>
            <pc:sldMk cId="1316184106" sldId="305"/>
            <ac:spMk id="99" creationId="{FBB8D1D6-104C-92E9-79E2-8B7A5A18F731}"/>
          </ac:spMkLst>
        </pc:spChg>
        <pc:spChg chg="mod">
          <ac:chgData name="Patryk Wyczółkowski - The Company" userId="288d461d-eaab-4b00-b800-aa4e5a28dfe6" providerId="ADAL" clId="{023E43D6-DC3E-4706-BB42-F0DBAC8333BE}" dt="2026-04-04T17:42:12.070" v="220" actId="20577"/>
          <ac:spMkLst>
            <pc:docMk/>
            <pc:sldMk cId="1316184106" sldId="305"/>
            <ac:spMk id="100" creationId="{1A391E51-F2E1-B61B-8167-D5C52DA531C2}"/>
          </ac:spMkLst>
        </pc:spChg>
      </pc:sldChg>
      <pc:sldChg chg="addSp delSp add del mod">
        <pc:chgData name="Patryk Wyczółkowski - The Company" userId="288d461d-eaab-4b00-b800-aa4e5a28dfe6" providerId="ADAL" clId="{023E43D6-DC3E-4706-BB42-F0DBAC8333BE}" dt="2026-04-04T18:14:56.042" v="256" actId="2890"/>
        <pc:sldMkLst>
          <pc:docMk/>
          <pc:sldMk cId="2717112115" sldId="306"/>
        </pc:sldMkLst>
        <pc:spChg chg="add del">
          <ac:chgData name="Patryk Wyczółkowski - The Company" userId="288d461d-eaab-4b00-b800-aa4e5a28dfe6" providerId="ADAL" clId="{023E43D6-DC3E-4706-BB42-F0DBAC8333BE}" dt="2026-04-04T18:14:54.996" v="252" actId="478"/>
          <ac:spMkLst>
            <pc:docMk/>
            <pc:sldMk cId="2717112115" sldId="306"/>
            <ac:spMk id="2" creationId="{25D743FC-2651-5272-65D8-338C3B8FD26C}"/>
          </ac:spMkLst>
        </pc:spChg>
        <pc:spChg chg="add del">
          <ac:chgData name="Patryk Wyczółkowski - The Company" userId="288d461d-eaab-4b00-b800-aa4e5a28dfe6" providerId="ADAL" clId="{023E43D6-DC3E-4706-BB42-F0DBAC8333BE}" dt="2026-04-04T18:14:55.741" v="255" actId="478"/>
          <ac:spMkLst>
            <pc:docMk/>
            <pc:sldMk cId="2717112115" sldId="306"/>
            <ac:spMk id="98" creationId="{2E2E9F6B-DE18-9230-0746-497C7A4D6A54}"/>
          </ac:spMkLst>
        </pc:spChg>
        <pc:spChg chg="add del">
          <ac:chgData name="Patryk Wyczółkowski - The Company" userId="288d461d-eaab-4b00-b800-aa4e5a28dfe6" providerId="ADAL" clId="{023E43D6-DC3E-4706-BB42-F0DBAC8333BE}" dt="2026-04-04T18:14:55.178" v="253" actId="478"/>
          <ac:spMkLst>
            <pc:docMk/>
            <pc:sldMk cId="2717112115" sldId="306"/>
            <ac:spMk id="99" creationId="{FF874D46-533E-8220-3D96-7299A91BABD9}"/>
          </ac:spMkLst>
        </pc:spChg>
        <pc:spChg chg="add del">
          <ac:chgData name="Patryk Wyczółkowski - The Company" userId="288d461d-eaab-4b00-b800-aa4e5a28dfe6" providerId="ADAL" clId="{023E43D6-DC3E-4706-BB42-F0DBAC8333BE}" dt="2026-04-04T18:14:55.550" v="254" actId="478"/>
          <ac:spMkLst>
            <pc:docMk/>
            <pc:sldMk cId="2717112115" sldId="306"/>
            <ac:spMk id="100" creationId="{E86F910F-7052-20D5-3274-A8D86AB046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+mj-lt"/>
              </a:rPr>
              <a:t>{{Firma}}</a:t>
            </a:r>
            <a:endParaRPr lang="pl-PL" dirty="0">
              <a:latin typeface="+mj-lt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938900"/>
            <a:ext cx="90537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0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6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858427"/>
            <a:ext cx="90725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372109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+mj-lt"/>
              </a:rPr>
              <a:t>{{Firma}}</a:t>
            </a:r>
            <a:endParaRPr lang="pl-PL" dirty="0">
              <a:latin typeface="+mj-lt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5740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7" baseType="lpstr">
      <vt:lpstr>Calibri</vt:lpstr>
      <vt:lpstr>Arial Black</vt:lpstr>
      <vt:lpstr>Arial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9</cp:revision>
  <cp:lastPrinted>2025-03-20T11:04:00Z</cp:lastPrinted>
  <dcterms:created xsi:type="dcterms:W3CDTF">2023-10-10T08:36:14Z</dcterms:created>
  <dcterms:modified xsi:type="dcterms:W3CDTF">2026-04-21T08:45:51Z</dcterms:modified>
</cp:coreProperties>
</file>