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95" r:id="rId2"/>
    <p:sldId id="302" r:id="rId3"/>
    <p:sldId id="305" r:id="rId4"/>
  </p:sldIdLst>
  <p:sldSz cx="9072563" cy="5832475"/>
  <p:notesSz cx="1493838" cy="2609850"/>
  <p:embeddedFontLst>
    <p:embeddedFont>
      <p:font typeface="Arial Black" panose="020B0A04020102020204" pitchFamily="34" charset="0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Badge CC" id="{37ACE5EF-D121-4198-881F-9D480A4C885F}">
          <p14:sldIdLst>
            <p14:sldId id="295"/>
            <p14:sldId id="302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6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addSld delSld modSld sldOrd addSection modSection">
      <pc:chgData name="Patryk Wyczółkowski - The Company" userId="288d461d-eaab-4b00-b800-aa4e5a28dfe6" providerId="ADAL" clId="{023E43D6-DC3E-4706-BB42-F0DBAC8333BE}" dt="2026-04-21T08:58:32.931" v="272" actId="113"/>
      <pc:docMkLst>
        <pc:docMk/>
      </pc:docMkLst>
      <pc:sldChg chg="addSp modSp mod modNotesTx">
        <pc:chgData name="Patryk Wyczółkowski - The Company" userId="288d461d-eaab-4b00-b800-aa4e5a28dfe6" providerId="ADAL" clId="{023E43D6-DC3E-4706-BB42-F0DBAC8333BE}" dt="2026-04-21T08:58:24.198" v="267" actId="113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7:43:16.301" v="236" actId="20577"/>
          <ac:spMkLst>
            <pc:docMk/>
            <pc:sldMk cId="1622968975" sldId="295"/>
            <ac:spMk id="2" creationId="{F526C0F5-3FAC-ED2E-4EBA-CE55BAD1943E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mod">
          <ac:chgData name="Patryk Wyczółkowski - The Company" userId="288d461d-eaab-4b00-b800-aa4e5a28dfe6" providerId="ADAL" clId="{023E43D6-DC3E-4706-BB42-F0DBAC8333BE}" dt="2026-04-04T17:41:54.139" v="208" actId="20577"/>
          <ac:spMkLst>
            <pc:docMk/>
            <pc:sldMk cId="1622968975" sldId="295"/>
            <ac:spMk id="98" creationId="{52A7AF0A-3860-83E0-D799-36B8F64C1B1D}"/>
          </ac:spMkLst>
        </pc:spChg>
        <pc:spChg chg="mod">
          <ac:chgData name="Patryk Wyczółkowski - The Company" userId="288d461d-eaab-4b00-b800-aa4e5a28dfe6" providerId="ADAL" clId="{023E43D6-DC3E-4706-BB42-F0DBAC8333BE}" dt="2026-04-21T08:58:24.198" v="267" actId="113"/>
          <ac:spMkLst>
            <pc:docMk/>
            <pc:sldMk cId="1622968975" sldId="295"/>
            <ac:spMk id="99" creationId="{956F426A-B8C9-7258-1BC9-7656AAD18F9A}"/>
          </ac:spMkLst>
        </pc:spChg>
        <pc:spChg chg="mod">
          <ac:chgData name="Patryk Wyczółkowski - The Company" userId="288d461d-eaab-4b00-b800-aa4e5a28dfe6" providerId="ADAL" clId="{023E43D6-DC3E-4706-BB42-F0DBAC8333BE}" dt="2026-04-21T08:58:22.832" v="266" actId="113"/>
          <ac:spMkLst>
            <pc:docMk/>
            <pc:sldMk cId="1622968975" sldId="295"/>
            <ac:spMk id="100" creationId="{1F6AD854-FB68-9FD3-8FF1-4BA2A16A8EB4}"/>
          </ac:spMkLst>
        </pc:spChg>
      </pc:sldChg>
      <pc:sldChg chg="addSp delSp modSp add mod modNotesTx">
        <pc:chgData name="Patryk Wyczółkowski - The Company" userId="288d461d-eaab-4b00-b800-aa4e5a28dfe6" providerId="ADAL" clId="{023E43D6-DC3E-4706-BB42-F0DBAC8333BE}" dt="2026-04-21T08:58:29.866" v="270" actId="113"/>
        <pc:sldMkLst>
          <pc:docMk/>
          <pc:sldMk cId="1185325920" sldId="302"/>
        </pc:sldMkLst>
        <pc:spChg chg="add del mod">
          <ac:chgData name="Patryk Wyczółkowski - The Company" userId="288d461d-eaab-4b00-b800-aa4e5a28dfe6" providerId="ADAL" clId="{023E43D6-DC3E-4706-BB42-F0DBAC8333BE}" dt="2026-04-04T18:14:54.690" v="250" actId="6549"/>
          <ac:spMkLst>
            <pc:docMk/>
            <pc:sldMk cId="1185325920" sldId="302"/>
            <ac:spMk id="6" creationId="{9AF2D14D-236E-8047-E7B5-D5B324DE5468}"/>
          </ac:spMkLst>
        </pc:spChg>
        <pc:spChg chg="add del mod">
          <ac:chgData name="Patryk Wyczółkowski - The Company" userId="288d461d-eaab-4b00-b800-aa4e5a28dfe6" providerId="ADAL" clId="{023E43D6-DC3E-4706-BB42-F0DBAC8333BE}" dt="2026-04-21T08:58:29.866" v="270" actId="113"/>
          <ac:spMkLst>
            <pc:docMk/>
            <pc:sldMk cId="1185325920" sldId="302"/>
            <ac:spMk id="7" creationId="{989029B6-ECA3-BFB4-6186-C53DCC0BF5E9}"/>
          </ac:spMkLst>
        </pc:spChg>
        <pc:spChg chg="add del mod">
          <ac:chgData name="Patryk Wyczółkowski - The Company" userId="288d461d-eaab-4b00-b800-aa4e5a28dfe6" providerId="ADAL" clId="{023E43D6-DC3E-4706-BB42-F0DBAC8333BE}" dt="2026-04-21T08:58:27.676" v="268" actId="113"/>
          <ac:spMkLst>
            <pc:docMk/>
            <pc:sldMk cId="1185325920" sldId="302"/>
            <ac:spMk id="8" creationId="{C004B6BF-E514-D930-38E5-590BD4B149C0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5:00.189" v="257" actId="1076"/>
          <ac:spMkLst>
            <pc:docMk/>
            <pc:sldMk cId="1185325920" sldId="302"/>
            <ac:spMk id="9" creationId="{4A036F32-92CE-B2C1-ACFB-2FE99C82AA31}"/>
          </ac:spMkLst>
        </pc:spChg>
        <pc:picChg chg="add mod">
          <ac:chgData name="Patryk Wyczółkowski - The Company" userId="288d461d-eaab-4b00-b800-aa4e5a28dfe6" providerId="ADAL" clId="{023E43D6-DC3E-4706-BB42-F0DBAC8333BE}" dt="2026-04-04T14:12:19.258" v="113" actId="1076"/>
          <ac:picMkLst>
            <pc:docMk/>
            <pc:sldMk cId="1185325920" sldId="302"/>
            <ac:picMk id="3" creationId="{6DF2CED2-DBE4-94A3-C7DA-552FC5256F46}"/>
          </ac:picMkLst>
        </pc:picChg>
      </pc:sldChg>
      <pc:sldChg chg="modSp add mod ord modNotesTx">
        <pc:chgData name="Patryk Wyczółkowski - The Company" userId="288d461d-eaab-4b00-b800-aa4e5a28dfe6" providerId="ADAL" clId="{023E43D6-DC3E-4706-BB42-F0DBAC8333BE}" dt="2026-04-21T08:58:32.931" v="272" actId="113"/>
        <pc:sldMkLst>
          <pc:docMk/>
          <pc:sldMk cId="1316184106" sldId="305"/>
        </pc:sldMkLst>
        <pc:spChg chg="mod">
          <ac:chgData name="Patryk Wyczółkowski - The Company" userId="288d461d-eaab-4b00-b800-aa4e5a28dfe6" providerId="ADAL" clId="{023E43D6-DC3E-4706-BB42-F0DBAC8333BE}" dt="2026-04-04T17:43:20.167" v="238" actId="20577"/>
          <ac:spMkLst>
            <pc:docMk/>
            <pc:sldMk cId="1316184106" sldId="305"/>
            <ac:spMk id="2" creationId="{23A0477D-21B9-A65B-8CA4-9A7B45F952A3}"/>
          </ac:spMkLst>
        </pc:spChg>
        <pc:spChg chg="mod">
          <ac:chgData name="Patryk Wyczółkowski - The Company" userId="288d461d-eaab-4b00-b800-aa4e5a28dfe6" providerId="ADAL" clId="{023E43D6-DC3E-4706-BB42-F0DBAC8333BE}" dt="2026-04-04T17:42:09.067" v="218" actId="20577"/>
          <ac:spMkLst>
            <pc:docMk/>
            <pc:sldMk cId="1316184106" sldId="305"/>
            <ac:spMk id="98" creationId="{2A8E9582-D9E2-4442-B5B8-8BF1AEF490C5}"/>
          </ac:spMkLst>
        </pc:spChg>
        <pc:spChg chg="mod">
          <ac:chgData name="Patryk Wyczółkowski - The Company" userId="288d461d-eaab-4b00-b800-aa4e5a28dfe6" providerId="ADAL" clId="{023E43D6-DC3E-4706-BB42-F0DBAC8333BE}" dt="2026-04-21T08:58:32.931" v="272" actId="113"/>
          <ac:spMkLst>
            <pc:docMk/>
            <pc:sldMk cId="1316184106" sldId="305"/>
            <ac:spMk id="99" creationId="{FBB8D1D6-104C-92E9-79E2-8B7A5A18F731}"/>
          </ac:spMkLst>
        </pc:spChg>
        <pc:spChg chg="mod">
          <ac:chgData name="Patryk Wyczółkowski - The Company" userId="288d461d-eaab-4b00-b800-aa4e5a28dfe6" providerId="ADAL" clId="{023E43D6-DC3E-4706-BB42-F0DBAC8333BE}" dt="2026-04-21T08:58:31.799" v="271" actId="113"/>
          <ac:spMkLst>
            <pc:docMk/>
            <pc:sldMk cId="1316184106" sldId="305"/>
            <ac:spMk id="100" creationId="{1A391E51-F2E1-B61B-8167-D5C52DA531C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/>
              <a:t>CC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22159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0680F3-2CF3-381B-923B-0FE5CB6F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C3BCA887-6DDF-14D4-FDF1-38B9965414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 err="1"/>
              <a:t>Default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EA99F5E8-AC25-E281-3D08-28AE30DD61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507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8964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52A7AF0A-3860-83E0-D799-36B8F64C1B1D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956F426A-B8C9-7258-1BC9-7656AAD18F9A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b="1" dirty="0">
                <a:solidFill>
                  <a:schemeClr val="tx1"/>
                </a:solidFill>
              </a:rPr>
              <a:t>{{Branża}}</a:t>
            </a:r>
            <a:endParaRPr lang="pl-PL" sz="800" b="1" dirty="0">
              <a:solidFill>
                <a:schemeClr val="tx1"/>
              </a:solidFill>
            </a:endParaRPr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F6AD854-FB68-9FD3-8FF1-4BA2A16A8EB4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  <a:endParaRPr lang="pl-PL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CEC4-3ADB-CC32-E9B4-8CFF45F18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989029B6-ECA3-BFB4-6186-C53DCC0BF5E9}"/>
              </a:ext>
            </a:extLst>
          </p:cNvPr>
          <p:cNvSpPr txBox="1"/>
          <p:nvPr/>
        </p:nvSpPr>
        <p:spPr>
          <a:xfrm>
            <a:off x="0" y="3938900"/>
            <a:ext cx="905374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30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AF2D14D-236E-8047-E7B5-D5B324DE5468}"/>
              </a:ext>
            </a:extLst>
          </p:cNvPr>
          <p:cNvSpPr txBox="1"/>
          <p:nvPr/>
        </p:nvSpPr>
        <p:spPr>
          <a:xfrm>
            <a:off x="18823" y="1504353"/>
            <a:ext cx="90349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6000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04B6BF-E514-D930-38E5-590BD4B149C0}"/>
              </a:ext>
            </a:extLst>
          </p:cNvPr>
          <p:cNvSpPr txBox="1"/>
          <p:nvPr/>
        </p:nvSpPr>
        <p:spPr>
          <a:xfrm>
            <a:off x="-1" y="2858427"/>
            <a:ext cx="90725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4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A036F32-92CE-B2C1-ACFB-2FE99C82AA31}"/>
              </a:ext>
            </a:extLst>
          </p:cNvPr>
          <p:cNvSpPr txBox="1"/>
          <p:nvPr/>
        </p:nvSpPr>
        <p:spPr>
          <a:xfrm>
            <a:off x="4372109" y="431636"/>
            <a:ext cx="4291586" cy="571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710464">
              <a:buClrTx/>
              <a:defRPr/>
            </a:pPr>
            <a:r>
              <a:rPr lang="pl-PL" sz="3112" b="1" dirty="0">
                <a:solidFill>
                  <a:srgbClr val="696A6D"/>
                </a:solidFill>
              </a:rPr>
              <a:t>{{Grupa}}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6DF2CED2-DBE4-94A3-C7DA-552FC525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32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30F42E9-5F19-FFF9-EAEE-F6B42C06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82D627C4-2AB7-2B2D-B2B5-76819D38082B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C072C687-BD8C-4B71-737F-EF5907B018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2A8E9582-D9E2-4442-B5B8-8BF1AEF490C5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FBB8D1D6-104C-92E9-79E2-8B7A5A18F731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b="1" dirty="0">
                <a:solidFill>
                  <a:schemeClr val="dk1"/>
                </a:solidFill>
              </a:rPr>
              <a:t>{{Branża}}</a:t>
            </a:r>
            <a:endParaRPr lang="pl-PL" sz="800" b="1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A391E51-F2E1-B61B-8167-D5C52DA531C2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b="1" dirty="0">
                <a:solidFill>
                  <a:srgbClr val="1F1F1F"/>
                </a:solidFill>
                <a:latin typeface="+mj-lt"/>
              </a:rPr>
              <a:t>{{Firma}}</a:t>
            </a:r>
            <a:endParaRPr lang="pl-PL" b="1" dirty="0">
              <a:latin typeface="+mj-lt"/>
            </a:endParaRPr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79285890-FACA-2B4E-B3EA-943EE20A0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1D6F6B63-B82A-5AD2-B05F-1A01974CAE3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3A0477D-21B9-A65B-8CA4-9A7B45F952A3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3161841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5740</TotalTime>
  <Words>52</Words>
  <Application>Microsoft Office PowerPoint</Application>
  <PresentationFormat>Niestandardowy</PresentationFormat>
  <Paragraphs>16</Paragraphs>
  <Slides>3</Slides>
  <Notes>3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</vt:i4>
      </vt:variant>
    </vt:vector>
  </HeadingPairs>
  <TitlesOfParts>
    <vt:vector size="7" baseType="lpstr">
      <vt:lpstr>Calibri</vt:lpstr>
      <vt:lpstr>Arial Black</vt:lpstr>
      <vt:lpstr>Arial</vt:lpstr>
      <vt:lpstr>Motyw pakietu Office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9</cp:revision>
  <cp:lastPrinted>2025-03-20T11:04:00Z</cp:lastPrinted>
  <dcterms:created xsi:type="dcterms:W3CDTF">2023-10-10T08:36:14Z</dcterms:created>
  <dcterms:modified xsi:type="dcterms:W3CDTF">2026-04-21T08:58:37Z</dcterms:modified>
</cp:coreProperties>
</file>