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95" r:id="rId2"/>
    <p:sldId id="302" r:id="rId3"/>
    <p:sldId id="305" r:id="rId4"/>
  </p:sldIdLst>
  <p:sldSz cx="9072563" cy="5832475"/>
  <p:notesSz cx="1493838" cy="2609850"/>
  <p:embeddedFontLst>
    <p:embeddedFont>
      <p:font typeface="Arial Black" panose="020B0A04020102020204" pitchFamily="34" charset="0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21T08:50:35.248" v="258" actId="2711"/>
      <pc:docMkLst>
        <pc:docMk/>
      </pc:docMkLst>
      <pc:sldChg chg="addSp modSp mod modNotesTx">
        <pc:chgData name="Patryk Wyczółkowski - The Company" userId="288d461d-eaab-4b00-b800-aa4e5a28dfe6" providerId="ADAL" clId="{023E43D6-DC3E-4706-BB42-F0DBAC8333BE}" dt="2026-04-21T08:50:35.248" v="258" actId="2711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7:43:16.301" v="236" actId="20577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7:41:54.139" v="208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04T17:41:59.353" v="212" actId="20577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21T08:50:35.248" v="258" actId="2711"/>
          <ac:spMkLst>
            <pc:docMk/>
            <pc:sldMk cId="1622968975" sldId="295"/>
            <ac:spMk id="100" creationId="{1F6AD854-FB68-9FD3-8FF1-4BA2A16A8EB4}"/>
          </ac:spMkLst>
        </pc:spChg>
      </pc:sldChg>
      <pc:sldChg chg="addSp delSp modSp add mod modNotesTx">
        <pc:chgData name="Patryk Wyczółkowski - The Company" userId="288d461d-eaab-4b00-b800-aa4e5a28dfe6" providerId="ADAL" clId="{023E43D6-DC3E-4706-BB42-F0DBAC8333BE}" dt="2026-04-04T18:15:00.189" v="257" actId="1076"/>
        <pc:sldMkLst>
          <pc:docMk/>
          <pc:sldMk cId="1185325920" sldId="302"/>
        </pc:sldMkLst>
        <pc:spChg chg="add del mod">
          <ac:chgData name="Patryk Wyczółkowski - The Company" userId="288d461d-eaab-4b00-b800-aa4e5a28dfe6" providerId="ADAL" clId="{023E43D6-DC3E-4706-BB42-F0DBAC8333BE}" dt="2026-04-04T18:14:54.690" v="250" actId="6549"/>
          <ac:spMkLst>
            <pc:docMk/>
            <pc:sldMk cId="1185325920" sldId="302"/>
            <ac:spMk id="6" creationId="{9AF2D14D-236E-8047-E7B5-D5B324DE5468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4:54.847" v="251" actId="478"/>
          <ac:spMkLst>
            <pc:docMk/>
            <pc:sldMk cId="1185325920" sldId="302"/>
            <ac:spMk id="7" creationId="{989029B6-ECA3-BFB4-6186-C53DCC0BF5E9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4:54.847" v="251" actId="478"/>
          <ac:spMkLst>
            <pc:docMk/>
            <pc:sldMk cId="1185325920" sldId="302"/>
            <ac:spMk id="8" creationId="{C004B6BF-E514-D930-38E5-590BD4B149C0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5:00.189" v="257" actId="1076"/>
          <ac:spMkLst>
            <pc:docMk/>
            <pc:sldMk cId="1185325920" sldId="302"/>
            <ac:spMk id="9" creationId="{4A036F32-92CE-B2C1-ACFB-2FE99C82AA31}"/>
          </ac:spMkLst>
        </pc:spChg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modSp add mod ord modNotesTx">
        <pc:chgData name="Patryk Wyczółkowski - The Company" userId="288d461d-eaab-4b00-b800-aa4e5a28dfe6" providerId="ADAL" clId="{023E43D6-DC3E-4706-BB42-F0DBAC8333BE}" dt="2026-04-04T17:43:20.167" v="238" actId="20577"/>
        <pc:sldMkLst>
          <pc:docMk/>
          <pc:sldMk cId="1316184106" sldId="305"/>
        </pc:sldMkLst>
        <pc:spChg chg="mod">
          <ac:chgData name="Patryk Wyczółkowski - The Company" userId="288d461d-eaab-4b00-b800-aa4e5a28dfe6" providerId="ADAL" clId="{023E43D6-DC3E-4706-BB42-F0DBAC8333BE}" dt="2026-04-04T17:43:20.167" v="238" actId="20577"/>
          <ac:spMkLst>
            <pc:docMk/>
            <pc:sldMk cId="1316184106" sldId="305"/>
            <ac:spMk id="2" creationId="{23A0477D-21B9-A65B-8CA4-9A7B45F952A3}"/>
          </ac:spMkLst>
        </pc:spChg>
        <pc:spChg chg="mod">
          <ac:chgData name="Patryk Wyczółkowski - The Company" userId="288d461d-eaab-4b00-b800-aa4e5a28dfe6" providerId="ADAL" clId="{023E43D6-DC3E-4706-BB42-F0DBAC8333BE}" dt="2026-04-04T17:42:09.067" v="218" actId="20577"/>
          <ac:spMkLst>
            <pc:docMk/>
            <pc:sldMk cId="1316184106" sldId="305"/>
            <ac:spMk id="98" creationId="{2A8E9582-D9E2-4442-B5B8-8BF1AEF490C5}"/>
          </ac:spMkLst>
        </pc:spChg>
        <pc:spChg chg="mod">
          <ac:chgData name="Patryk Wyczółkowski - The Company" userId="288d461d-eaab-4b00-b800-aa4e5a28dfe6" providerId="ADAL" clId="{023E43D6-DC3E-4706-BB42-F0DBAC8333BE}" dt="2026-04-04T17:42:14.669" v="222" actId="20577"/>
          <ac:spMkLst>
            <pc:docMk/>
            <pc:sldMk cId="1316184106" sldId="305"/>
            <ac:spMk id="99" creationId="{FBB8D1D6-104C-92E9-79E2-8B7A5A18F731}"/>
          </ac:spMkLst>
        </pc:spChg>
        <pc:spChg chg="mod">
          <ac:chgData name="Patryk Wyczółkowski - The Company" userId="288d461d-eaab-4b00-b800-aa4e5a28dfe6" providerId="ADAL" clId="{023E43D6-DC3E-4706-BB42-F0DBAC8333BE}" dt="2026-04-04T17:42:12.070" v="220" actId="20577"/>
          <ac:spMkLst>
            <pc:docMk/>
            <pc:sldMk cId="1316184106" sldId="305"/>
            <ac:spMk id="100" creationId="{1A391E51-F2E1-B61B-8167-D5C52DA531C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3938900"/>
            <a:ext cx="905374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00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30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504353"/>
            <a:ext cx="90349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6000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2858427"/>
            <a:ext cx="90725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44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372109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2A8E9582-D9E2-4442-B5B8-8BF1AEF490C5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FBB8D1D6-104C-92E9-79E2-8B7A5A18F731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A391E51-F2E1-B61B-8167-D5C52DA531C2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+mj-lt"/>
              </a:rPr>
              <a:t>{{Firma}}</a:t>
            </a:r>
            <a:endParaRPr lang="pl-PL" dirty="0">
              <a:latin typeface="+mj-lt"/>
            </a:endParaRPr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5740</TotalTime>
  <Words>52</Words>
  <Application>Microsoft Office PowerPoint</Application>
  <PresentationFormat>Niestandardowy</PresentationFormat>
  <Paragraphs>16</Paragraphs>
  <Slides>3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7" baseType="lpstr">
      <vt:lpstr>Calibri</vt:lpstr>
      <vt:lpstr>Arial Black</vt:lpstr>
      <vt:lpstr>Arial</vt:lpstr>
      <vt:lpstr>Motyw pakietu Office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9</cp:revision>
  <cp:lastPrinted>2025-03-20T11:04:00Z</cp:lastPrinted>
  <dcterms:created xsi:type="dcterms:W3CDTF">2023-10-10T08:36:14Z</dcterms:created>
  <dcterms:modified xsi:type="dcterms:W3CDTF">2026-04-21T08:50:36Z</dcterms:modified>
</cp:coreProperties>
</file>