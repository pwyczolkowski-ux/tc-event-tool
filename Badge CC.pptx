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rial Black" panose="020B0A04020102020204" pitchFamily="34" charset="0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14A9C-0E27-40E6-B74A-4BA4CDEE3DDD}" v="5" dt="2026-04-04T14:17:49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04T17:32:12.531" v="199" actId="47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04T14:16:55.928" v="117" actId="20577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1:57:00.969" v="98" actId="14100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1:55:50.471" v="31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1:56:07.789" v="58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04T11:55:59.221" v="44" actId="20577"/>
          <ac:spMkLst>
            <pc:docMk/>
            <pc:sldMk cId="1622968975" sldId="295"/>
            <ac:spMk id="100" creationId="{1F6AD854-FB68-9FD3-8FF1-4BA2A16A8EB4}"/>
          </ac:spMkLst>
        </pc:spChg>
      </pc:sldChg>
      <pc:sldChg chg="addSp modSp add mod modNotesTx">
        <pc:chgData name="Patryk Wyczółkowski - The Company" userId="288d461d-eaab-4b00-b800-aa4e5a28dfe6" providerId="ADAL" clId="{023E43D6-DC3E-4706-BB42-F0DBAC8333BE}" dt="2026-04-04T14:17:00.344" v="122" actId="20577"/>
        <pc:sldMkLst>
          <pc:docMk/>
          <pc:sldMk cId="1185325920" sldId="302"/>
        </pc:sldMkLst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new del">
        <pc:chgData name="Patryk Wyczółkowski - The Company" userId="288d461d-eaab-4b00-b800-aa4e5a28dfe6" providerId="ADAL" clId="{023E43D6-DC3E-4706-BB42-F0DBAC8333BE}" dt="2026-04-04T14:11:00.809" v="104" actId="47"/>
        <pc:sldMkLst>
          <pc:docMk/>
          <pc:sldMk cId="991759561" sldId="303"/>
        </pc:sldMkLst>
      </pc:sldChg>
      <pc:sldChg chg="add del">
        <pc:chgData name="Patryk Wyczółkowski - The Company" userId="288d461d-eaab-4b00-b800-aa4e5a28dfe6" providerId="ADAL" clId="{023E43D6-DC3E-4706-BB42-F0DBAC8333BE}" dt="2026-04-04T14:14:04.227" v="115" actId="47"/>
        <pc:sldMkLst>
          <pc:docMk/>
          <pc:sldMk cId="1760921419" sldId="303"/>
        </pc:sldMkLst>
      </pc:sldChg>
      <pc:sldChg chg="addSp delSp modSp add del mod modNotesTx">
        <pc:chgData name="Patryk Wyczółkowski - The Company" userId="288d461d-eaab-4b00-b800-aa4e5a28dfe6" providerId="ADAL" clId="{023E43D6-DC3E-4706-BB42-F0DBAC8333BE}" dt="2026-04-04T17:32:09.500" v="198" actId="47"/>
        <pc:sldMkLst>
          <pc:docMk/>
          <pc:sldMk cId="3531637373" sldId="303"/>
        </pc:sldMkLst>
        <pc:spChg chg="add mod">
          <ac:chgData name="Patryk Wyczółkowski - The Company" userId="288d461d-eaab-4b00-b800-aa4e5a28dfe6" providerId="ADAL" clId="{023E43D6-DC3E-4706-BB42-F0DBAC8333BE}" dt="2026-04-04T14:20:55.976" v="160" actId="404"/>
          <ac:spMkLst>
            <pc:docMk/>
            <pc:sldMk cId="3531637373" sldId="303"/>
            <ac:spMk id="2" creationId="{8E756070-19EC-B969-24C6-0894096B3578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7" creationId="{49C6FFDC-9854-AAEE-EDC7-D1FEB2DC6A54}"/>
          </ac:spMkLst>
        </pc:spChg>
        <pc:spChg chg="mod">
          <ac:chgData name="Patryk Wyczółkowski - The Company" userId="288d461d-eaab-4b00-b800-aa4e5a28dfe6" providerId="ADAL" clId="{023E43D6-DC3E-4706-BB42-F0DBAC8333BE}" dt="2026-04-04T14:20:44.525" v="137" actId="1076"/>
          <ac:spMkLst>
            <pc:docMk/>
            <pc:sldMk cId="3531637373" sldId="303"/>
            <ac:spMk id="8" creationId="{C0BC620B-493C-713D-2F3E-88A03C7B8A9D}"/>
          </ac:spMkLst>
        </pc:spChg>
        <pc:spChg chg="del">
          <ac:chgData name="Patryk Wyczółkowski - The Company" userId="288d461d-eaab-4b00-b800-aa4e5a28dfe6" providerId="ADAL" clId="{023E43D6-DC3E-4706-BB42-F0DBAC8333BE}" dt="2026-04-04T14:20:47.677" v="138" actId="478"/>
          <ac:spMkLst>
            <pc:docMk/>
            <pc:sldMk cId="3531637373" sldId="303"/>
            <ac:spMk id="9" creationId="{2F7DD51B-0CA2-0228-330C-1B5D977FB87C}"/>
          </ac:spMkLst>
        </pc:spChg>
      </pc:sldChg>
      <pc:sldChg chg="new del">
        <pc:chgData name="Patryk Wyczółkowski - The Company" userId="288d461d-eaab-4b00-b800-aa4e5a28dfe6" providerId="ADAL" clId="{023E43D6-DC3E-4706-BB42-F0DBAC8333BE}" dt="2026-04-04T14:11:01.888" v="105" actId="47"/>
        <pc:sldMkLst>
          <pc:docMk/>
          <pc:sldMk cId="1180131338" sldId="304"/>
        </pc:sldMkLst>
      </pc:sldChg>
      <pc:sldChg chg="modSp add del mod modNotesTx">
        <pc:chgData name="Patryk Wyczółkowski - The Company" userId="288d461d-eaab-4b00-b800-aa4e5a28dfe6" providerId="ADAL" clId="{023E43D6-DC3E-4706-BB42-F0DBAC8333BE}" dt="2026-04-04T17:32:12.531" v="199" actId="47"/>
        <pc:sldMkLst>
          <pc:docMk/>
          <pc:sldMk cId="4032356528" sldId="304"/>
        </pc:sldMkLst>
        <pc:spChg chg="mod">
          <ac:chgData name="Patryk Wyczółkowski - The Company" userId="288d461d-eaab-4b00-b800-aa4e5a28dfe6" providerId="ADAL" clId="{023E43D6-DC3E-4706-BB42-F0DBAC8333BE}" dt="2026-04-04T14:21:04.693" v="171" actId="20577"/>
          <ac:spMkLst>
            <pc:docMk/>
            <pc:sldMk cId="4032356528" sldId="304"/>
            <ac:spMk id="2" creationId="{8AD80368-5CA7-F821-1A50-D7E7F48E333C}"/>
          </ac:spMkLst>
        </pc:spChg>
      </pc:sldChg>
      <pc:sldChg chg="add ord modNotesTx">
        <pc:chgData name="Patryk Wyczółkowski - The Company" userId="288d461d-eaab-4b00-b800-aa4e5a28dfe6" providerId="ADAL" clId="{023E43D6-DC3E-4706-BB42-F0DBAC8333BE}" dt="2026-04-04T14:23:28.108" v="197" actId="20577"/>
        <pc:sldMkLst>
          <pc:docMk/>
          <pc:sldMk cId="1316184106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2975843"/>
            <a:ext cx="9053740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415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04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928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4262650"/>
            <a:ext cx="9072563" cy="730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15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{{Nazwa firmy}}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762154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2A8E9582-D9E2-4442-B5B8-8BF1AEF490C5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5732</TotalTime>
  <Words>53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8" baseType="lpstr">
      <vt:lpstr>Arial Black</vt:lpstr>
      <vt:lpstr>Arial</vt:lpstr>
      <vt:lpstr>Google Sans</vt:lpstr>
      <vt:lpstr>Calibri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8</cp:revision>
  <cp:lastPrinted>2025-03-20T11:04:00Z</cp:lastPrinted>
  <dcterms:created xsi:type="dcterms:W3CDTF">2023-10-10T08:36:14Z</dcterms:created>
  <dcterms:modified xsi:type="dcterms:W3CDTF">2026-04-04T17:32:20Z</dcterms:modified>
</cp:coreProperties>
</file>