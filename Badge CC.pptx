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7"/>
  </p:notesMasterIdLst>
  <p:sldIdLst>
    <p:sldId id="295" r:id="rId2"/>
    <p:sldId id="302" r:id="rId3"/>
    <p:sldId id="303" r:id="rId4"/>
    <p:sldId id="304" r:id="rId5"/>
    <p:sldId id="305" r:id="rId6"/>
  </p:sldIdLst>
  <p:sldSz cx="9072563" cy="5832475"/>
  <p:notesSz cx="1493838" cy="2609850"/>
  <p:embeddedFontLst>
    <p:embeddedFont>
      <p:font typeface="Arial Black" panose="020B0A04020102020204" pitchFamily="34" charset="0"/>
      <p:bold r:id="rId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Badge CC" id="{37ACE5EF-D121-4198-881F-9D480A4C885F}">
          <p14:sldIdLst>
            <p14:sldId id="295"/>
            <p14:sldId id="302"/>
            <p14:sldId id="303"/>
            <p14:sldId id="304"/>
            <p14:sldId id="305"/>
          </p14:sldIdLst>
        </p14:section>
      </p14:sectionLst>
    </p:ex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63" roundtripDataSignature="AMtx7miUS1/sxxL4JgbZEnfhDFKesaJ+9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3114A9C-0E27-40E6-B74A-4BA4CDEE3DDD}" v="5" dt="2026-04-04T14:17:49.44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9" d="100"/>
          <a:sy n="69" d="100"/>
        </p:scale>
        <p:origin x="1216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1.fntdata"/><Relationship Id="rId3" Type="http://schemas.openxmlformats.org/officeDocument/2006/relationships/slide" Target="slides/slide2.xml"/><Relationship Id="rId63" Type="http://customschemas.google.com/relationships/presentationmetadata" Target="metadata"/><Relationship Id="rId68" Type="http://schemas.microsoft.com/office/2016/11/relationships/changesInfo" Target="changesInfos/changesInfo1.xml"/><Relationship Id="rId7" Type="http://schemas.openxmlformats.org/officeDocument/2006/relationships/notesMaster" Target="notesMasters/notesMaster1.xml"/><Relationship Id="rId6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66" Type="http://schemas.openxmlformats.org/officeDocument/2006/relationships/theme" Target="theme/theme1.xml"/><Relationship Id="rId5" Type="http://schemas.openxmlformats.org/officeDocument/2006/relationships/slide" Target="slides/slide4.xml"/><Relationship Id="rId65" Type="http://schemas.openxmlformats.org/officeDocument/2006/relationships/viewProps" Target="viewProps.xml"/><Relationship Id="rId4" Type="http://schemas.openxmlformats.org/officeDocument/2006/relationships/slide" Target="slides/slide3.xml"/><Relationship Id="rId64" Type="http://schemas.openxmlformats.org/officeDocument/2006/relationships/presProps" Target="presProps.xml"/><Relationship Id="rId6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atryk Wyczółkowski - The Company" userId="288d461d-eaab-4b00-b800-aa4e5a28dfe6" providerId="ADAL" clId="{023E43D6-DC3E-4706-BB42-F0DBAC8333BE}"/>
    <pc:docChg chg="undo custSel addSld delSld modSld sldOrd addSection modSection">
      <pc:chgData name="Patryk Wyczółkowski - The Company" userId="288d461d-eaab-4b00-b800-aa4e5a28dfe6" providerId="ADAL" clId="{023E43D6-DC3E-4706-BB42-F0DBAC8333BE}" dt="2026-04-04T14:23:28.108" v="197" actId="20577"/>
      <pc:docMkLst>
        <pc:docMk/>
      </pc:docMkLst>
      <pc:sldChg chg="addSp modSp mod modNotesTx">
        <pc:chgData name="Patryk Wyczółkowski - The Company" userId="288d461d-eaab-4b00-b800-aa4e5a28dfe6" providerId="ADAL" clId="{023E43D6-DC3E-4706-BB42-F0DBAC8333BE}" dt="2026-04-04T14:16:55.928" v="117" actId="20577"/>
        <pc:sldMkLst>
          <pc:docMk/>
          <pc:sldMk cId="1622968975" sldId="295"/>
        </pc:sldMkLst>
        <pc:spChg chg="add mod">
          <ac:chgData name="Patryk Wyczółkowski - The Company" userId="288d461d-eaab-4b00-b800-aa4e5a28dfe6" providerId="ADAL" clId="{023E43D6-DC3E-4706-BB42-F0DBAC8333BE}" dt="2026-04-04T11:57:00.969" v="98" actId="14100"/>
          <ac:spMkLst>
            <pc:docMk/>
            <pc:sldMk cId="1622968975" sldId="295"/>
            <ac:spMk id="2" creationId="{F526C0F5-3FAC-ED2E-4EBA-CE55BAD1943E}"/>
          </ac:spMkLst>
        </pc:spChg>
        <pc:spChg chg="mod">
          <ac:chgData name="Patryk Wyczółkowski - The Company" userId="288d461d-eaab-4b00-b800-aa4e5a28dfe6" providerId="ADAL" clId="{023E43D6-DC3E-4706-BB42-F0DBAC8333BE}" dt="2026-04-04T11:56:22.820" v="76" actId="21"/>
          <ac:spMkLst>
            <pc:docMk/>
            <pc:sldMk cId="1622968975" sldId="295"/>
            <ac:spMk id="96" creationId="{D20E7F40-D509-471A-B803-94875A375664}"/>
          </ac:spMkLst>
        </pc:spChg>
        <pc:spChg chg="mod">
          <ac:chgData name="Patryk Wyczółkowski - The Company" userId="288d461d-eaab-4b00-b800-aa4e5a28dfe6" providerId="ADAL" clId="{023E43D6-DC3E-4706-BB42-F0DBAC8333BE}" dt="2026-04-04T11:55:50.471" v="31" actId="20577"/>
          <ac:spMkLst>
            <pc:docMk/>
            <pc:sldMk cId="1622968975" sldId="295"/>
            <ac:spMk id="98" creationId="{52A7AF0A-3860-83E0-D799-36B8F64C1B1D}"/>
          </ac:spMkLst>
        </pc:spChg>
        <pc:spChg chg="mod">
          <ac:chgData name="Patryk Wyczółkowski - The Company" userId="288d461d-eaab-4b00-b800-aa4e5a28dfe6" providerId="ADAL" clId="{023E43D6-DC3E-4706-BB42-F0DBAC8333BE}" dt="2026-04-04T11:56:07.789" v="58" actId="20577"/>
          <ac:spMkLst>
            <pc:docMk/>
            <pc:sldMk cId="1622968975" sldId="295"/>
            <ac:spMk id="99" creationId="{956F426A-B8C9-7258-1BC9-7656AAD18F9A}"/>
          </ac:spMkLst>
        </pc:spChg>
        <pc:spChg chg="mod">
          <ac:chgData name="Patryk Wyczółkowski - The Company" userId="288d461d-eaab-4b00-b800-aa4e5a28dfe6" providerId="ADAL" clId="{023E43D6-DC3E-4706-BB42-F0DBAC8333BE}" dt="2026-04-04T11:55:59.221" v="44" actId="20577"/>
          <ac:spMkLst>
            <pc:docMk/>
            <pc:sldMk cId="1622968975" sldId="295"/>
            <ac:spMk id="100" creationId="{1F6AD854-FB68-9FD3-8FF1-4BA2A16A8EB4}"/>
          </ac:spMkLst>
        </pc:spChg>
      </pc:sldChg>
      <pc:sldChg chg="addSp modSp add mod modNotesTx">
        <pc:chgData name="Patryk Wyczółkowski - The Company" userId="288d461d-eaab-4b00-b800-aa4e5a28dfe6" providerId="ADAL" clId="{023E43D6-DC3E-4706-BB42-F0DBAC8333BE}" dt="2026-04-04T14:17:00.344" v="122" actId="20577"/>
        <pc:sldMkLst>
          <pc:docMk/>
          <pc:sldMk cId="1185325920" sldId="302"/>
        </pc:sldMkLst>
        <pc:picChg chg="add mod">
          <ac:chgData name="Patryk Wyczółkowski - The Company" userId="288d461d-eaab-4b00-b800-aa4e5a28dfe6" providerId="ADAL" clId="{023E43D6-DC3E-4706-BB42-F0DBAC8333BE}" dt="2026-04-04T14:12:19.258" v="113" actId="1076"/>
          <ac:picMkLst>
            <pc:docMk/>
            <pc:sldMk cId="1185325920" sldId="302"/>
            <ac:picMk id="3" creationId="{6DF2CED2-DBE4-94A3-C7DA-552FC5256F46}"/>
          </ac:picMkLst>
        </pc:picChg>
      </pc:sldChg>
      <pc:sldChg chg="new del">
        <pc:chgData name="Patryk Wyczółkowski - The Company" userId="288d461d-eaab-4b00-b800-aa4e5a28dfe6" providerId="ADAL" clId="{023E43D6-DC3E-4706-BB42-F0DBAC8333BE}" dt="2026-04-04T14:11:00.809" v="104" actId="47"/>
        <pc:sldMkLst>
          <pc:docMk/>
          <pc:sldMk cId="991759561" sldId="303"/>
        </pc:sldMkLst>
      </pc:sldChg>
      <pc:sldChg chg="add del">
        <pc:chgData name="Patryk Wyczółkowski - The Company" userId="288d461d-eaab-4b00-b800-aa4e5a28dfe6" providerId="ADAL" clId="{023E43D6-DC3E-4706-BB42-F0DBAC8333BE}" dt="2026-04-04T14:14:04.227" v="115" actId="47"/>
        <pc:sldMkLst>
          <pc:docMk/>
          <pc:sldMk cId="1760921419" sldId="303"/>
        </pc:sldMkLst>
      </pc:sldChg>
      <pc:sldChg chg="addSp delSp modSp add mod modNotesTx">
        <pc:chgData name="Patryk Wyczółkowski - The Company" userId="288d461d-eaab-4b00-b800-aa4e5a28dfe6" providerId="ADAL" clId="{023E43D6-DC3E-4706-BB42-F0DBAC8333BE}" dt="2026-04-04T14:20:55.976" v="160" actId="404"/>
        <pc:sldMkLst>
          <pc:docMk/>
          <pc:sldMk cId="3531637373" sldId="303"/>
        </pc:sldMkLst>
        <pc:spChg chg="add mod">
          <ac:chgData name="Patryk Wyczółkowski - The Company" userId="288d461d-eaab-4b00-b800-aa4e5a28dfe6" providerId="ADAL" clId="{023E43D6-DC3E-4706-BB42-F0DBAC8333BE}" dt="2026-04-04T14:20:55.976" v="160" actId="404"/>
          <ac:spMkLst>
            <pc:docMk/>
            <pc:sldMk cId="3531637373" sldId="303"/>
            <ac:spMk id="2" creationId="{8E756070-19EC-B969-24C6-0894096B3578}"/>
          </ac:spMkLst>
        </pc:spChg>
        <pc:spChg chg="mod">
          <ac:chgData name="Patryk Wyczółkowski - The Company" userId="288d461d-eaab-4b00-b800-aa4e5a28dfe6" providerId="ADAL" clId="{023E43D6-DC3E-4706-BB42-F0DBAC8333BE}" dt="2026-04-04T14:20:44.525" v="137" actId="1076"/>
          <ac:spMkLst>
            <pc:docMk/>
            <pc:sldMk cId="3531637373" sldId="303"/>
            <ac:spMk id="7" creationId="{49C6FFDC-9854-AAEE-EDC7-D1FEB2DC6A54}"/>
          </ac:spMkLst>
        </pc:spChg>
        <pc:spChg chg="mod">
          <ac:chgData name="Patryk Wyczółkowski - The Company" userId="288d461d-eaab-4b00-b800-aa4e5a28dfe6" providerId="ADAL" clId="{023E43D6-DC3E-4706-BB42-F0DBAC8333BE}" dt="2026-04-04T14:20:44.525" v="137" actId="1076"/>
          <ac:spMkLst>
            <pc:docMk/>
            <pc:sldMk cId="3531637373" sldId="303"/>
            <ac:spMk id="8" creationId="{C0BC620B-493C-713D-2F3E-88A03C7B8A9D}"/>
          </ac:spMkLst>
        </pc:spChg>
        <pc:spChg chg="del">
          <ac:chgData name="Patryk Wyczółkowski - The Company" userId="288d461d-eaab-4b00-b800-aa4e5a28dfe6" providerId="ADAL" clId="{023E43D6-DC3E-4706-BB42-F0DBAC8333BE}" dt="2026-04-04T14:20:47.677" v="138" actId="478"/>
          <ac:spMkLst>
            <pc:docMk/>
            <pc:sldMk cId="3531637373" sldId="303"/>
            <ac:spMk id="9" creationId="{2F7DD51B-0CA2-0228-330C-1B5D977FB87C}"/>
          </ac:spMkLst>
        </pc:spChg>
      </pc:sldChg>
      <pc:sldChg chg="new del">
        <pc:chgData name="Patryk Wyczółkowski - The Company" userId="288d461d-eaab-4b00-b800-aa4e5a28dfe6" providerId="ADAL" clId="{023E43D6-DC3E-4706-BB42-F0DBAC8333BE}" dt="2026-04-04T14:11:01.888" v="105" actId="47"/>
        <pc:sldMkLst>
          <pc:docMk/>
          <pc:sldMk cId="1180131338" sldId="304"/>
        </pc:sldMkLst>
      </pc:sldChg>
      <pc:sldChg chg="modSp add mod modNotesTx">
        <pc:chgData name="Patryk Wyczółkowski - The Company" userId="288d461d-eaab-4b00-b800-aa4e5a28dfe6" providerId="ADAL" clId="{023E43D6-DC3E-4706-BB42-F0DBAC8333BE}" dt="2026-04-04T14:21:19.231" v="187" actId="20577"/>
        <pc:sldMkLst>
          <pc:docMk/>
          <pc:sldMk cId="4032356528" sldId="304"/>
        </pc:sldMkLst>
        <pc:spChg chg="mod">
          <ac:chgData name="Patryk Wyczółkowski - The Company" userId="288d461d-eaab-4b00-b800-aa4e5a28dfe6" providerId="ADAL" clId="{023E43D6-DC3E-4706-BB42-F0DBAC8333BE}" dt="2026-04-04T14:21:04.693" v="171" actId="20577"/>
          <ac:spMkLst>
            <pc:docMk/>
            <pc:sldMk cId="4032356528" sldId="304"/>
            <ac:spMk id="2" creationId="{8AD80368-5CA7-F821-1A50-D7E7F48E333C}"/>
          </ac:spMkLst>
        </pc:spChg>
      </pc:sldChg>
      <pc:sldChg chg="add ord modNotesTx">
        <pc:chgData name="Patryk Wyczółkowski - The Company" userId="288d461d-eaab-4b00-b800-aa4e5a28dfe6" providerId="ADAL" clId="{023E43D6-DC3E-4706-BB42-F0DBAC8333BE}" dt="2026-04-04T14:23:28.108" v="197" actId="20577"/>
        <pc:sldMkLst>
          <pc:docMk/>
          <pc:sldMk cId="1316184106" sldId="305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-14288" y="195263"/>
            <a:ext cx="1522413" cy="9794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149384" y="1239681"/>
            <a:ext cx="1195070" cy="11744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3427" tIns="23427" rIns="23427" bIns="23427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6346B24F-7CA1-30F8-EDE4-470FE3D769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2a805c0f5a2_0_0:notes">
            <a:extLst>
              <a:ext uri="{FF2B5EF4-FFF2-40B4-BE49-F238E27FC236}">
                <a16:creationId xmlns:a16="http://schemas.microsoft.com/office/drawing/2014/main" id="{32385E00-5696-AA37-5342-2B2E5B87594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49384" y="1239681"/>
            <a:ext cx="1195070" cy="1174433"/>
          </a:xfrm>
          <a:prstGeom prst="rect">
            <a:avLst/>
          </a:prstGeom>
        </p:spPr>
        <p:txBody>
          <a:bodyPr spcFirstLastPara="1" wrap="square" lIns="23427" tIns="23427" rIns="23427" bIns="23427" anchor="t" anchorCtr="0">
            <a:noAutofit/>
          </a:bodyPr>
          <a:lstStyle/>
          <a:p>
            <a:pPr marL="0" indent="0">
              <a:buNone/>
            </a:pPr>
            <a:r>
              <a:rPr lang="pl-PL" dirty="0"/>
              <a:t>CC</a:t>
            </a:r>
            <a:endParaRPr dirty="0"/>
          </a:p>
        </p:txBody>
      </p:sp>
      <p:sp>
        <p:nvSpPr>
          <p:cNvPr id="94" name="Google Shape;94;g2a805c0f5a2_0_0:notes">
            <a:extLst>
              <a:ext uri="{FF2B5EF4-FFF2-40B4-BE49-F238E27FC236}">
                <a16:creationId xmlns:a16="http://schemas.microsoft.com/office/drawing/2014/main" id="{F927F0E0-4B90-5A3E-0D64-2EF964A2090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-14288" y="195263"/>
            <a:ext cx="1522413" cy="9794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725366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ymbol zastępczy notatek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r>
              <a:rPr lang="pl-PL" dirty="0"/>
              <a:t>BNI+</a:t>
            </a:r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97F24F-3328-48D6-A448-1F10CC05B6F2}" type="slidenum">
              <a:rPr lang="pl-PL" smtClean="0"/>
              <a:t>2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32215929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AC5308-009B-6795-AEDE-1839BBED93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>
            <a:extLst>
              <a:ext uri="{FF2B5EF4-FFF2-40B4-BE49-F238E27FC236}">
                <a16:creationId xmlns:a16="http://schemas.microsoft.com/office/drawing/2014/main" id="{756681F9-4D13-19F3-C215-0A6D78018A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ymbol zastępczy notatek 2">
            <a:extLst>
              <a:ext uri="{FF2B5EF4-FFF2-40B4-BE49-F238E27FC236}">
                <a16:creationId xmlns:a16="http://schemas.microsoft.com/office/drawing/2014/main" id="{02641F33-C59B-0E00-CE4F-3AE82154FC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r>
              <a:rPr lang="pl-PL" dirty="0"/>
              <a:t>BNI+ Gość</a:t>
            </a:r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BC8DA16D-ABC5-213C-D35C-D090E135B3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97F24F-3328-48D6-A448-1F10CC05B6F2}" type="slidenum">
              <a:rPr lang="pl-PL" smtClean="0"/>
              <a:t>3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42266082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2882F7-9D63-6528-FAEE-3772BC0741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>
            <a:extLst>
              <a:ext uri="{FF2B5EF4-FFF2-40B4-BE49-F238E27FC236}">
                <a16:creationId xmlns:a16="http://schemas.microsoft.com/office/drawing/2014/main" id="{70CD1600-8C44-177A-AD1B-6924AF2E14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ymbol zastępczy notatek 2">
            <a:extLst>
              <a:ext uri="{FF2B5EF4-FFF2-40B4-BE49-F238E27FC236}">
                <a16:creationId xmlns:a16="http://schemas.microsoft.com/office/drawing/2014/main" id="{93FB756C-3759-31CB-E3EF-68D6D27412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r>
              <a:rPr lang="pl-PL" dirty="0"/>
              <a:t>BNI+ Obserwator</a:t>
            </a:r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FDDEBFFB-AA3A-9E30-FA4F-7A2F1CA920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97F24F-3328-48D6-A448-1F10CC05B6F2}" type="slidenum">
              <a:rPr lang="pl-PL" smtClean="0"/>
              <a:t>4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04352399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EC0680F3-2CF3-381B-923B-0FE5CB6FC6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2a805c0f5a2_0_0:notes">
            <a:extLst>
              <a:ext uri="{FF2B5EF4-FFF2-40B4-BE49-F238E27FC236}">
                <a16:creationId xmlns:a16="http://schemas.microsoft.com/office/drawing/2014/main" id="{C3BCA887-6DDF-14D4-FDF1-38B9965414E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49384" y="1239681"/>
            <a:ext cx="1195070" cy="1174433"/>
          </a:xfrm>
          <a:prstGeom prst="rect">
            <a:avLst/>
          </a:prstGeom>
        </p:spPr>
        <p:txBody>
          <a:bodyPr spcFirstLastPara="1" wrap="square" lIns="23427" tIns="23427" rIns="23427" bIns="23427" anchor="t" anchorCtr="0">
            <a:noAutofit/>
          </a:bodyPr>
          <a:lstStyle/>
          <a:p>
            <a:pPr marL="0" indent="0">
              <a:buNone/>
            </a:pPr>
            <a:r>
              <a:rPr lang="pl-PL" dirty="0" err="1"/>
              <a:t>Default</a:t>
            </a:r>
            <a:endParaRPr dirty="0"/>
          </a:p>
        </p:txBody>
      </p:sp>
      <p:sp>
        <p:nvSpPr>
          <p:cNvPr id="94" name="Google Shape;94;g2a805c0f5a2_0_0:notes">
            <a:extLst>
              <a:ext uri="{FF2B5EF4-FFF2-40B4-BE49-F238E27FC236}">
                <a16:creationId xmlns:a16="http://schemas.microsoft.com/office/drawing/2014/main" id="{EA99F5E8-AC25-E281-3D08-28AE30DD61F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-14288" y="195263"/>
            <a:ext cx="1522413" cy="9794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255078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ajd tytułowy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>
            <a:spLocks noGrp="1"/>
          </p:cNvSpPr>
          <p:nvPr>
            <p:ph type="ctrTitle"/>
          </p:nvPr>
        </p:nvSpPr>
        <p:spPr>
          <a:xfrm>
            <a:off x="680442" y="954528"/>
            <a:ext cx="7711679" cy="20305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103"/>
              <a:buFont typeface="Calibri"/>
              <a:buNone/>
              <a:defRPr sz="5103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3"/>
          <p:cNvSpPr txBox="1">
            <a:spLocks noGrp="1"/>
          </p:cNvSpPr>
          <p:nvPr>
            <p:ph type="subTitle" idx="1"/>
          </p:nvPr>
        </p:nvSpPr>
        <p:spPr>
          <a:xfrm>
            <a:off x="1134071" y="3063400"/>
            <a:ext cx="6804422" cy="14081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2041"/>
              <a:buNone/>
              <a:defRPr sz="2041"/>
            </a:lvl1pPr>
            <a:lvl2pPr lvl="1" algn="ctr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701"/>
              <a:buNone/>
              <a:defRPr sz="1701"/>
            </a:lvl2pPr>
            <a:lvl3pPr lvl="2" algn="ctr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531"/>
              <a:buNone/>
              <a:defRPr sz="1531"/>
            </a:lvl3pPr>
            <a:lvl4pPr lvl="3" algn="ctr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/>
            </a:lvl4pPr>
            <a:lvl5pPr lvl="4" algn="ctr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/>
            </a:lvl5pPr>
            <a:lvl6pPr lvl="5" algn="ctr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/>
            </a:lvl6pPr>
            <a:lvl7pPr lvl="6" algn="ctr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/>
            </a:lvl7pPr>
            <a:lvl8pPr lvl="7" algn="ctr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/>
            </a:lvl8pPr>
            <a:lvl9pPr lvl="8" algn="ctr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/>
            </a:lvl9pPr>
          </a:lstStyle>
          <a:p>
            <a:endParaRPr/>
          </a:p>
        </p:txBody>
      </p:sp>
      <p:sp>
        <p:nvSpPr>
          <p:cNvPr id="14" name="Google Shape;14;p3"/>
          <p:cNvSpPr txBox="1">
            <a:spLocks noGrp="1"/>
          </p:cNvSpPr>
          <p:nvPr>
            <p:ph type="dt" idx="10"/>
          </p:nvPr>
        </p:nvSpPr>
        <p:spPr>
          <a:xfrm>
            <a:off x="623739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ftr" idx="11"/>
          </p:nvPr>
        </p:nvSpPr>
        <p:spPr>
          <a:xfrm>
            <a:off x="3005287" y="5405842"/>
            <a:ext cx="3061990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3"/>
          <p:cNvSpPr txBox="1">
            <a:spLocks noGrp="1"/>
          </p:cNvSpPr>
          <p:nvPr>
            <p:ph type="sldNum" idx="12"/>
          </p:nvPr>
        </p:nvSpPr>
        <p:spPr>
          <a:xfrm>
            <a:off x="6407497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-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ytuł i zawartość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>
            <a:spLocks noGrp="1"/>
          </p:cNvSpPr>
          <p:nvPr>
            <p:ph type="title"/>
          </p:nvPr>
        </p:nvSpPr>
        <p:spPr>
          <a:xfrm>
            <a:off x="623739" y="310527"/>
            <a:ext cx="7825086" cy="11273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body" idx="1"/>
          </p:nvPr>
        </p:nvSpPr>
        <p:spPr>
          <a:xfrm>
            <a:off x="623739" y="1552626"/>
            <a:ext cx="7825086" cy="37006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dt" idx="10"/>
          </p:nvPr>
        </p:nvSpPr>
        <p:spPr>
          <a:xfrm>
            <a:off x="623739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4"/>
          <p:cNvSpPr txBox="1">
            <a:spLocks noGrp="1"/>
          </p:cNvSpPr>
          <p:nvPr>
            <p:ph type="ftr" idx="11"/>
          </p:nvPr>
        </p:nvSpPr>
        <p:spPr>
          <a:xfrm>
            <a:off x="3005287" y="5405842"/>
            <a:ext cx="3061990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4"/>
          <p:cNvSpPr txBox="1">
            <a:spLocks noGrp="1"/>
          </p:cNvSpPr>
          <p:nvPr>
            <p:ph type="sldNum" idx="12"/>
          </p:nvPr>
        </p:nvSpPr>
        <p:spPr>
          <a:xfrm>
            <a:off x="6407497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-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agłówek sekcji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619014" y="1454070"/>
            <a:ext cx="7825086" cy="24261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103"/>
              <a:buFont typeface="Calibri"/>
              <a:buNone/>
              <a:defRPr sz="5103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619014" y="3903170"/>
            <a:ext cx="7825086" cy="12758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2041"/>
              <a:buNone/>
              <a:defRPr sz="204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rgbClr val="888888"/>
              </a:buClr>
              <a:buSzPts val="1701"/>
              <a:buNone/>
              <a:defRPr sz="1701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rgbClr val="888888"/>
              </a:buClr>
              <a:buSzPts val="1531"/>
              <a:buNone/>
              <a:defRPr sz="1531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rgbClr val="888888"/>
              </a:buClr>
              <a:buSzPts val="1361"/>
              <a:buNone/>
              <a:defRPr sz="1361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rgbClr val="888888"/>
              </a:buClr>
              <a:buSzPts val="1361"/>
              <a:buNone/>
              <a:defRPr sz="1361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rgbClr val="888888"/>
              </a:buClr>
              <a:buSzPts val="1361"/>
              <a:buNone/>
              <a:defRPr sz="1361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rgbClr val="888888"/>
              </a:buClr>
              <a:buSzPts val="1361"/>
              <a:buNone/>
              <a:defRPr sz="1361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rgbClr val="888888"/>
              </a:buClr>
              <a:buSzPts val="1361"/>
              <a:buNone/>
              <a:defRPr sz="1361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rgbClr val="888888"/>
              </a:buClr>
              <a:buSzPts val="1361"/>
              <a:buNone/>
              <a:defRPr sz="1361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dt" idx="10"/>
          </p:nvPr>
        </p:nvSpPr>
        <p:spPr>
          <a:xfrm>
            <a:off x="623739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ftr" idx="11"/>
          </p:nvPr>
        </p:nvSpPr>
        <p:spPr>
          <a:xfrm>
            <a:off x="3005287" y="5405842"/>
            <a:ext cx="3061990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5"/>
          <p:cNvSpPr txBox="1">
            <a:spLocks noGrp="1"/>
          </p:cNvSpPr>
          <p:nvPr>
            <p:ph type="sldNum" idx="12"/>
          </p:nvPr>
        </p:nvSpPr>
        <p:spPr>
          <a:xfrm>
            <a:off x="6407497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-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wa elementy zawartości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623739" y="310527"/>
            <a:ext cx="7825086" cy="11273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6"/>
          <p:cNvSpPr txBox="1">
            <a:spLocks noGrp="1"/>
          </p:cNvSpPr>
          <p:nvPr>
            <p:ph type="body" idx="1"/>
          </p:nvPr>
        </p:nvSpPr>
        <p:spPr>
          <a:xfrm>
            <a:off x="623739" y="1552626"/>
            <a:ext cx="3855839" cy="37006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body" idx="2"/>
          </p:nvPr>
        </p:nvSpPr>
        <p:spPr>
          <a:xfrm>
            <a:off x="4592985" y="1552626"/>
            <a:ext cx="3855839" cy="37006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" name="Google Shape;33;p6"/>
          <p:cNvSpPr txBox="1">
            <a:spLocks noGrp="1"/>
          </p:cNvSpPr>
          <p:nvPr>
            <p:ph type="dt" idx="10"/>
          </p:nvPr>
        </p:nvSpPr>
        <p:spPr>
          <a:xfrm>
            <a:off x="623739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6"/>
          <p:cNvSpPr txBox="1">
            <a:spLocks noGrp="1"/>
          </p:cNvSpPr>
          <p:nvPr>
            <p:ph type="ftr" idx="11"/>
          </p:nvPr>
        </p:nvSpPr>
        <p:spPr>
          <a:xfrm>
            <a:off x="3005287" y="5405842"/>
            <a:ext cx="3061990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sldNum" idx="12"/>
          </p:nvPr>
        </p:nvSpPr>
        <p:spPr>
          <a:xfrm>
            <a:off x="6407497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-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orównanie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7"/>
          <p:cNvSpPr txBox="1">
            <a:spLocks noGrp="1"/>
          </p:cNvSpPr>
          <p:nvPr>
            <p:ph type="title"/>
          </p:nvPr>
        </p:nvSpPr>
        <p:spPr>
          <a:xfrm>
            <a:off x="624920" y="310527"/>
            <a:ext cx="7825086" cy="11273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7"/>
          <p:cNvSpPr txBox="1">
            <a:spLocks noGrp="1"/>
          </p:cNvSpPr>
          <p:nvPr>
            <p:ph type="body" idx="1"/>
          </p:nvPr>
        </p:nvSpPr>
        <p:spPr>
          <a:xfrm>
            <a:off x="624921" y="1429767"/>
            <a:ext cx="3838119" cy="7007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2041"/>
              <a:buNone/>
              <a:defRPr sz="2041" b="1"/>
            </a:lvl1pPr>
            <a:lvl2pPr marL="914400" lvl="1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701"/>
              <a:buNone/>
              <a:defRPr sz="1701" b="1"/>
            </a:lvl2pPr>
            <a:lvl3pPr marL="1371600" lvl="2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531"/>
              <a:buNone/>
              <a:defRPr sz="1531" b="1"/>
            </a:lvl3pPr>
            <a:lvl4pPr marL="1828800" lvl="3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 b="1"/>
            </a:lvl4pPr>
            <a:lvl5pPr marL="2286000" lvl="4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 b="1"/>
            </a:lvl5pPr>
            <a:lvl6pPr marL="2743200" lvl="5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 b="1"/>
            </a:lvl6pPr>
            <a:lvl7pPr marL="3200400" lvl="6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 b="1"/>
            </a:lvl7pPr>
            <a:lvl8pPr marL="3657600" lvl="7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 b="1"/>
            </a:lvl8pPr>
            <a:lvl9pPr marL="4114800" lvl="8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 b="1"/>
            </a:lvl9pPr>
          </a:lstStyle>
          <a:p>
            <a:endParaRPr/>
          </a:p>
        </p:txBody>
      </p:sp>
      <p:sp>
        <p:nvSpPr>
          <p:cNvPr id="39" name="Google Shape;39;p7"/>
          <p:cNvSpPr txBox="1">
            <a:spLocks noGrp="1"/>
          </p:cNvSpPr>
          <p:nvPr>
            <p:ph type="body" idx="2"/>
          </p:nvPr>
        </p:nvSpPr>
        <p:spPr>
          <a:xfrm>
            <a:off x="624921" y="2130473"/>
            <a:ext cx="3838119" cy="31336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7"/>
          <p:cNvSpPr txBox="1">
            <a:spLocks noGrp="1"/>
          </p:cNvSpPr>
          <p:nvPr>
            <p:ph type="body" idx="3"/>
          </p:nvPr>
        </p:nvSpPr>
        <p:spPr>
          <a:xfrm>
            <a:off x="4592986" y="1429767"/>
            <a:ext cx="3857021" cy="7007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2041"/>
              <a:buNone/>
              <a:defRPr sz="2041" b="1"/>
            </a:lvl1pPr>
            <a:lvl2pPr marL="914400" lvl="1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701"/>
              <a:buNone/>
              <a:defRPr sz="1701" b="1"/>
            </a:lvl2pPr>
            <a:lvl3pPr marL="1371600" lvl="2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531"/>
              <a:buNone/>
              <a:defRPr sz="1531" b="1"/>
            </a:lvl3pPr>
            <a:lvl4pPr marL="1828800" lvl="3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 b="1"/>
            </a:lvl4pPr>
            <a:lvl5pPr marL="2286000" lvl="4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 b="1"/>
            </a:lvl5pPr>
            <a:lvl6pPr marL="2743200" lvl="5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 b="1"/>
            </a:lvl6pPr>
            <a:lvl7pPr marL="3200400" lvl="6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 b="1"/>
            </a:lvl7pPr>
            <a:lvl8pPr marL="3657600" lvl="7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 b="1"/>
            </a:lvl8pPr>
            <a:lvl9pPr marL="4114800" lvl="8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 b="1"/>
            </a:lvl9pPr>
          </a:lstStyle>
          <a:p>
            <a:endParaRPr/>
          </a:p>
        </p:txBody>
      </p:sp>
      <p:sp>
        <p:nvSpPr>
          <p:cNvPr id="41" name="Google Shape;41;p7"/>
          <p:cNvSpPr txBox="1">
            <a:spLocks noGrp="1"/>
          </p:cNvSpPr>
          <p:nvPr>
            <p:ph type="body" idx="4"/>
          </p:nvPr>
        </p:nvSpPr>
        <p:spPr>
          <a:xfrm>
            <a:off x="4592986" y="2130473"/>
            <a:ext cx="3857021" cy="31336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dt" idx="10"/>
          </p:nvPr>
        </p:nvSpPr>
        <p:spPr>
          <a:xfrm>
            <a:off x="623739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ftr" idx="11"/>
          </p:nvPr>
        </p:nvSpPr>
        <p:spPr>
          <a:xfrm>
            <a:off x="3005287" y="5405842"/>
            <a:ext cx="3061990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sldNum" idx="12"/>
          </p:nvPr>
        </p:nvSpPr>
        <p:spPr>
          <a:xfrm>
            <a:off x="6407497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-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ylko tytuł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8"/>
          <p:cNvSpPr txBox="1">
            <a:spLocks noGrp="1"/>
          </p:cNvSpPr>
          <p:nvPr>
            <p:ph type="title"/>
          </p:nvPr>
        </p:nvSpPr>
        <p:spPr>
          <a:xfrm>
            <a:off x="623739" y="310527"/>
            <a:ext cx="7825086" cy="11273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8"/>
          <p:cNvSpPr txBox="1">
            <a:spLocks noGrp="1"/>
          </p:cNvSpPr>
          <p:nvPr>
            <p:ph type="dt" idx="10"/>
          </p:nvPr>
        </p:nvSpPr>
        <p:spPr>
          <a:xfrm>
            <a:off x="623739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8"/>
          <p:cNvSpPr txBox="1">
            <a:spLocks noGrp="1"/>
          </p:cNvSpPr>
          <p:nvPr>
            <p:ph type="ftr" idx="11"/>
          </p:nvPr>
        </p:nvSpPr>
        <p:spPr>
          <a:xfrm>
            <a:off x="3005287" y="5405842"/>
            <a:ext cx="3061990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8"/>
          <p:cNvSpPr txBox="1">
            <a:spLocks noGrp="1"/>
          </p:cNvSpPr>
          <p:nvPr>
            <p:ph type="sldNum" idx="12"/>
          </p:nvPr>
        </p:nvSpPr>
        <p:spPr>
          <a:xfrm>
            <a:off x="6407497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-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usty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/>
          <p:cNvSpPr txBox="1">
            <a:spLocks noGrp="1"/>
          </p:cNvSpPr>
          <p:nvPr>
            <p:ph type="dt" idx="10"/>
          </p:nvPr>
        </p:nvSpPr>
        <p:spPr>
          <a:xfrm>
            <a:off x="623739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9"/>
          <p:cNvSpPr txBox="1">
            <a:spLocks noGrp="1"/>
          </p:cNvSpPr>
          <p:nvPr>
            <p:ph type="ftr" idx="11"/>
          </p:nvPr>
        </p:nvSpPr>
        <p:spPr>
          <a:xfrm>
            <a:off x="3005287" y="5405842"/>
            <a:ext cx="3061990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9"/>
          <p:cNvSpPr txBox="1">
            <a:spLocks noGrp="1"/>
          </p:cNvSpPr>
          <p:nvPr>
            <p:ph type="sldNum" idx="12"/>
          </p:nvPr>
        </p:nvSpPr>
        <p:spPr>
          <a:xfrm>
            <a:off x="6407497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-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awartość z podpisem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0"/>
          <p:cNvSpPr txBox="1">
            <a:spLocks noGrp="1"/>
          </p:cNvSpPr>
          <p:nvPr>
            <p:ph type="title"/>
          </p:nvPr>
        </p:nvSpPr>
        <p:spPr>
          <a:xfrm>
            <a:off x="624920" y="388832"/>
            <a:ext cx="2926138" cy="13609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22"/>
              <a:buFont typeface="Calibri"/>
              <a:buNone/>
              <a:defRPr sz="2722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0"/>
          <p:cNvSpPr txBox="1">
            <a:spLocks noGrp="1"/>
          </p:cNvSpPr>
          <p:nvPr>
            <p:ph type="body" idx="1"/>
          </p:nvPr>
        </p:nvSpPr>
        <p:spPr>
          <a:xfrm>
            <a:off x="3857021" y="839769"/>
            <a:ext cx="4592985" cy="4144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1447" algn="l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2722"/>
              <a:buChar char="•"/>
              <a:defRPr sz="2722"/>
            </a:lvl1pPr>
            <a:lvl2pPr marL="914400" lvl="1" indent="-379793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2381"/>
              <a:buChar char="•"/>
              <a:defRPr sz="2381"/>
            </a:lvl2pPr>
            <a:lvl3pPr marL="1371600" lvl="2" indent="-358203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2041"/>
              <a:buChar char="•"/>
              <a:defRPr sz="2041"/>
            </a:lvl3pPr>
            <a:lvl4pPr marL="1828800" lvl="3" indent="-336613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701"/>
              <a:buChar char="•"/>
              <a:defRPr sz="1701"/>
            </a:lvl4pPr>
            <a:lvl5pPr marL="2286000" lvl="4" indent="-336613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701"/>
              <a:buChar char="•"/>
              <a:defRPr sz="1701"/>
            </a:lvl5pPr>
            <a:lvl6pPr marL="2743200" lvl="5" indent="-336613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701"/>
              <a:buChar char="•"/>
              <a:defRPr sz="1701"/>
            </a:lvl6pPr>
            <a:lvl7pPr marL="3200400" lvl="6" indent="-336613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701"/>
              <a:buChar char="•"/>
              <a:defRPr sz="1701"/>
            </a:lvl7pPr>
            <a:lvl8pPr marL="3657600" lvl="7" indent="-336613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701"/>
              <a:buChar char="•"/>
              <a:defRPr sz="1701"/>
            </a:lvl8pPr>
            <a:lvl9pPr marL="4114800" lvl="8" indent="-336613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701"/>
              <a:buChar char="•"/>
              <a:defRPr sz="1701"/>
            </a:lvl9pPr>
          </a:lstStyle>
          <a:p>
            <a:endParaRPr/>
          </a:p>
        </p:txBody>
      </p:sp>
      <p:sp>
        <p:nvSpPr>
          <p:cNvPr id="57" name="Google Shape;57;p10"/>
          <p:cNvSpPr txBox="1">
            <a:spLocks noGrp="1"/>
          </p:cNvSpPr>
          <p:nvPr>
            <p:ph type="body" idx="2"/>
          </p:nvPr>
        </p:nvSpPr>
        <p:spPr>
          <a:xfrm>
            <a:off x="624920" y="1749743"/>
            <a:ext cx="2926138" cy="32416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/>
            </a:lvl1pPr>
            <a:lvl2pPr marL="914400" lvl="1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191"/>
              <a:buNone/>
              <a:defRPr sz="1191"/>
            </a:lvl2pPr>
            <a:lvl3pPr marL="1371600" lvl="2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021"/>
              <a:buNone/>
              <a:defRPr sz="1021"/>
            </a:lvl3pPr>
            <a:lvl4pPr marL="1828800" lvl="3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1"/>
              <a:buNone/>
              <a:defRPr sz="851"/>
            </a:lvl4pPr>
            <a:lvl5pPr marL="2286000" lvl="4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1"/>
              <a:buNone/>
              <a:defRPr sz="851"/>
            </a:lvl5pPr>
            <a:lvl6pPr marL="2743200" lvl="5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1"/>
              <a:buNone/>
              <a:defRPr sz="851"/>
            </a:lvl6pPr>
            <a:lvl7pPr marL="3200400" lvl="6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1"/>
              <a:buNone/>
              <a:defRPr sz="851"/>
            </a:lvl7pPr>
            <a:lvl8pPr marL="3657600" lvl="7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1"/>
              <a:buNone/>
              <a:defRPr sz="851"/>
            </a:lvl8pPr>
            <a:lvl9pPr marL="4114800" lvl="8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1"/>
              <a:buNone/>
              <a:defRPr sz="851"/>
            </a:lvl9pPr>
          </a:lstStyle>
          <a:p>
            <a:endParaRPr/>
          </a:p>
        </p:txBody>
      </p:sp>
      <p:sp>
        <p:nvSpPr>
          <p:cNvPr id="58" name="Google Shape;58;p10"/>
          <p:cNvSpPr txBox="1">
            <a:spLocks noGrp="1"/>
          </p:cNvSpPr>
          <p:nvPr>
            <p:ph type="dt" idx="10"/>
          </p:nvPr>
        </p:nvSpPr>
        <p:spPr>
          <a:xfrm>
            <a:off x="623739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10"/>
          <p:cNvSpPr txBox="1">
            <a:spLocks noGrp="1"/>
          </p:cNvSpPr>
          <p:nvPr>
            <p:ph type="ftr" idx="11"/>
          </p:nvPr>
        </p:nvSpPr>
        <p:spPr>
          <a:xfrm>
            <a:off x="3005287" y="5405842"/>
            <a:ext cx="3061990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0"/>
          <p:cNvSpPr txBox="1">
            <a:spLocks noGrp="1"/>
          </p:cNvSpPr>
          <p:nvPr>
            <p:ph type="sldNum" idx="12"/>
          </p:nvPr>
        </p:nvSpPr>
        <p:spPr>
          <a:xfrm>
            <a:off x="6407497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-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braz z podpisem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1"/>
          <p:cNvSpPr txBox="1">
            <a:spLocks noGrp="1"/>
          </p:cNvSpPr>
          <p:nvPr>
            <p:ph type="title"/>
          </p:nvPr>
        </p:nvSpPr>
        <p:spPr>
          <a:xfrm>
            <a:off x="624920" y="388832"/>
            <a:ext cx="2926138" cy="13609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22"/>
              <a:buFont typeface="Calibri"/>
              <a:buNone/>
              <a:defRPr sz="2722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1"/>
          <p:cNvSpPr>
            <a:spLocks noGrp="1"/>
          </p:cNvSpPr>
          <p:nvPr>
            <p:ph type="pic" idx="2"/>
          </p:nvPr>
        </p:nvSpPr>
        <p:spPr>
          <a:xfrm>
            <a:off x="3857021" y="839769"/>
            <a:ext cx="4592985" cy="4144838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1"/>
          <p:cNvSpPr txBox="1">
            <a:spLocks noGrp="1"/>
          </p:cNvSpPr>
          <p:nvPr>
            <p:ph type="body" idx="1"/>
          </p:nvPr>
        </p:nvSpPr>
        <p:spPr>
          <a:xfrm>
            <a:off x="624920" y="1749743"/>
            <a:ext cx="2926138" cy="32416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/>
            </a:lvl1pPr>
            <a:lvl2pPr marL="914400" lvl="1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191"/>
              <a:buNone/>
              <a:defRPr sz="1191"/>
            </a:lvl2pPr>
            <a:lvl3pPr marL="1371600" lvl="2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021"/>
              <a:buNone/>
              <a:defRPr sz="1021"/>
            </a:lvl3pPr>
            <a:lvl4pPr marL="1828800" lvl="3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1"/>
              <a:buNone/>
              <a:defRPr sz="851"/>
            </a:lvl4pPr>
            <a:lvl5pPr marL="2286000" lvl="4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1"/>
              <a:buNone/>
              <a:defRPr sz="851"/>
            </a:lvl5pPr>
            <a:lvl6pPr marL="2743200" lvl="5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1"/>
              <a:buNone/>
              <a:defRPr sz="851"/>
            </a:lvl6pPr>
            <a:lvl7pPr marL="3200400" lvl="6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1"/>
              <a:buNone/>
              <a:defRPr sz="851"/>
            </a:lvl7pPr>
            <a:lvl8pPr marL="3657600" lvl="7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1"/>
              <a:buNone/>
              <a:defRPr sz="851"/>
            </a:lvl8pPr>
            <a:lvl9pPr marL="4114800" lvl="8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1"/>
              <a:buNone/>
              <a:defRPr sz="851"/>
            </a:lvl9pPr>
          </a:lstStyle>
          <a:p>
            <a:endParaRPr/>
          </a:p>
        </p:txBody>
      </p:sp>
      <p:sp>
        <p:nvSpPr>
          <p:cNvPr id="65" name="Google Shape;65;p11"/>
          <p:cNvSpPr txBox="1">
            <a:spLocks noGrp="1"/>
          </p:cNvSpPr>
          <p:nvPr>
            <p:ph type="dt" idx="10"/>
          </p:nvPr>
        </p:nvSpPr>
        <p:spPr>
          <a:xfrm>
            <a:off x="623739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1"/>
          <p:cNvSpPr txBox="1">
            <a:spLocks noGrp="1"/>
          </p:cNvSpPr>
          <p:nvPr>
            <p:ph type="ftr" idx="11"/>
          </p:nvPr>
        </p:nvSpPr>
        <p:spPr>
          <a:xfrm>
            <a:off x="3005287" y="5405842"/>
            <a:ext cx="3061990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1"/>
          <p:cNvSpPr txBox="1">
            <a:spLocks noGrp="1"/>
          </p:cNvSpPr>
          <p:nvPr>
            <p:ph type="sldNum" idx="12"/>
          </p:nvPr>
        </p:nvSpPr>
        <p:spPr>
          <a:xfrm>
            <a:off x="6407497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-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ytuł i tekst pionowy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2"/>
          <p:cNvSpPr txBox="1">
            <a:spLocks noGrp="1"/>
          </p:cNvSpPr>
          <p:nvPr>
            <p:ph type="title"/>
          </p:nvPr>
        </p:nvSpPr>
        <p:spPr>
          <a:xfrm>
            <a:off x="623739" y="310527"/>
            <a:ext cx="7825086" cy="11273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2"/>
          <p:cNvSpPr txBox="1">
            <a:spLocks noGrp="1"/>
          </p:cNvSpPr>
          <p:nvPr>
            <p:ph type="body" idx="1"/>
          </p:nvPr>
        </p:nvSpPr>
        <p:spPr>
          <a:xfrm rot="5400000">
            <a:off x="2685956" y="-509591"/>
            <a:ext cx="3700652" cy="78250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2"/>
          <p:cNvSpPr txBox="1">
            <a:spLocks noGrp="1"/>
          </p:cNvSpPr>
          <p:nvPr>
            <p:ph type="dt" idx="10"/>
          </p:nvPr>
        </p:nvSpPr>
        <p:spPr>
          <a:xfrm>
            <a:off x="623739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2"/>
          <p:cNvSpPr txBox="1">
            <a:spLocks noGrp="1"/>
          </p:cNvSpPr>
          <p:nvPr>
            <p:ph type="ftr" idx="11"/>
          </p:nvPr>
        </p:nvSpPr>
        <p:spPr>
          <a:xfrm>
            <a:off x="3005287" y="5405842"/>
            <a:ext cx="3061990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2"/>
          <p:cNvSpPr txBox="1">
            <a:spLocks noGrp="1"/>
          </p:cNvSpPr>
          <p:nvPr>
            <p:ph type="sldNum" idx="12"/>
          </p:nvPr>
        </p:nvSpPr>
        <p:spPr>
          <a:xfrm>
            <a:off x="6407497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-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ytuł pionowy i teks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3"/>
          <p:cNvSpPr txBox="1">
            <a:spLocks noGrp="1"/>
          </p:cNvSpPr>
          <p:nvPr>
            <p:ph type="title"/>
          </p:nvPr>
        </p:nvSpPr>
        <p:spPr>
          <a:xfrm rot="5400000">
            <a:off x="4999313" y="1803766"/>
            <a:ext cx="4942753" cy="19562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3"/>
          <p:cNvSpPr txBox="1">
            <a:spLocks noGrp="1"/>
          </p:cNvSpPr>
          <p:nvPr>
            <p:ph type="body" idx="1"/>
          </p:nvPr>
        </p:nvSpPr>
        <p:spPr>
          <a:xfrm rot="5400000">
            <a:off x="1030066" y="-95802"/>
            <a:ext cx="4942753" cy="57554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3"/>
          <p:cNvSpPr txBox="1">
            <a:spLocks noGrp="1"/>
          </p:cNvSpPr>
          <p:nvPr>
            <p:ph type="dt" idx="10"/>
          </p:nvPr>
        </p:nvSpPr>
        <p:spPr>
          <a:xfrm>
            <a:off x="623739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3"/>
          <p:cNvSpPr txBox="1">
            <a:spLocks noGrp="1"/>
          </p:cNvSpPr>
          <p:nvPr>
            <p:ph type="ftr" idx="11"/>
          </p:nvPr>
        </p:nvSpPr>
        <p:spPr>
          <a:xfrm>
            <a:off x="3005287" y="5405842"/>
            <a:ext cx="3061990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3"/>
          <p:cNvSpPr txBox="1">
            <a:spLocks noGrp="1"/>
          </p:cNvSpPr>
          <p:nvPr>
            <p:ph type="sldNum" idx="12"/>
          </p:nvPr>
        </p:nvSpPr>
        <p:spPr>
          <a:xfrm>
            <a:off x="6407497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-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4/4/2026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5989644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"/>
          <p:cNvSpPr txBox="1">
            <a:spLocks noGrp="1"/>
          </p:cNvSpPr>
          <p:nvPr>
            <p:ph type="title"/>
          </p:nvPr>
        </p:nvSpPr>
        <p:spPr>
          <a:xfrm>
            <a:off x="623739" y="310527"/>
            <a:ext cx="7825086" cy="11273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42"/>
              <a:buFont typeface="Calibri"/>
              <a:buNone/>
              <a:defRPr sz="374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2"/>
          <p:cNvSpPr txBox="1">
            <a:spLocks noGrp="1"/>
          </p:cNvSpPr>
          <p:nvPr>
            <p:ph type="body" idx="1"/>
          </p:nvPr>
        </p:nvSpPr>
        <p:spPr>
          <a:xfrm>
            <a:off x="623739" y="1552626"/>
            <a:ext cx="7825086" cy="37006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79793" algn="l" rtl="0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2381"/>
              <a:buFont typeface="Arial"/>
              <a:buChar char="•"/>
              <a:defRPr sz="238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58203" algn="l" rtl="0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2041"/>
              <a:buFont typeface="Arial"/>
              <a:buChar char="•"/>
              <a:defRPr sz="204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36613" algn="l" rtl="0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701"/>
              <a:buFont typeface="Arial"/>
              <a:buChar char="•"/>
              <a:defRPr sz="170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25818" algn="l" rtl="0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531"/>
              <a:buFont typeface="Arial"/>
              <a:buChar char="•"/>
              <a:defRPr sz="153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25818" algn="l" rtl="0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531"/>
              <a:buFont typeface="Arial"/>
              <a:buChar char="•"/>
              <a:defRPr sz="153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25818" algn="l" rtl="0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531"/>
              <a:buFont typeface="Arial"/>
              <a:buChar char="•"/>
              <a:defRPr sz="153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25818" algn="l" rtl="0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531"/>
              <a:buFont typeface="Arial"/>
              <a:buChar char="•"/>
              <a:defRPr sz="153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25818" algn="l" rtl="0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531"/>
              <a:buFont typeface="Arial"/>
              <a:buChar char="•"/>
              <a:defRPr sz="153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25818" algn="l" rtl="0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531"/>
              <a:buFont typeface="Arial"/>
              <a:buChar char="•"/>
              <a:defRPr sz="153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2"/>
          <p:cNvSpPr txBox="1">
            <a:spLocks noGrp="1"/>
          </p:cNvSpPr>
          <p:nvPr>
            <p:ph type="dt" idx="10"/>
          </p:nvPr>
        </p:nvSpPr>
        <p:spPr>
          <a:xfrm>
            <a:off x="623739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21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2"/>
          <p:cNvSpPr txBox="1">
            <a:spLocks noGrp="1"/>
          </p:cNvSpPr>
          <p:nvPr>
            <p:ph type="ftr" idx="11"/>
          </p:nvPr>
        </p:nvSpPr>
        <p:spPr>
          <a:xfrm>
            <a:off x="3005287" y="5405842"/>
            <a:ext cx="3061990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021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ldNum" idx="12"/>
          </p:nvPr>
        </p:nvSpPr>
        <p:spPr>
          <a:xfrm>
            <a:off x="6407497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21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21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21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21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21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21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21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21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21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-PL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B16BD9AD-A3AE-DCD5-5042-12B9C6F332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a805c0f5a2_0_0">
            <a:extLst>
              <a:ext uri="{FF2B5EF4-FFF2-40B4-BE49-F238E27FC236}">
                <a16:creationId xmlns:a16="http://schemas.microsoft.com/office/drawing/2014/main" id="{D20E7F40-D509-471A-B803-94875A375664}"/>
              </a:ext>
            </a:extLst>
          </p:cNvPr>
          <p:cNvSpPr/>
          <p:nvPr/>
        </p:nvSpPr>
        <p:spPr>
          <a:xfrm>
            <a:off x="0" y="4686300"/>
            <a:ext cx="9072600" cy="678300"/>
          </a:xfrm>
          <a:prstGeom prst="rect">
            <a:avLst/>
          </a:prstGeom>
          <a:solidFill>
            <a:srgbClr val="FFD50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sz="2200" b="1" i="0" u="none" strike="noStrike" cap="none" dirty="0">
              <a:solidFill>
                <a:schemeClr val="tx1"/>
              </a:solidFill>
              <a:latin typeface="Arial Black" panose="020B0A04020102020204" pitchFamily="34" charset="0"/>
              <a:ea typeface="Calibri"/>
              <a:cs typeface="Calibri"/>
              <a:sym typeface="Calibri"/>
            </a:endParaRPr>
          </a:p>
        </p:txBody>
      </p:sp>
      <p:pic>
        <p:nvPicPr>
          <p:cNvPr id="97" name="Google Shape;97;g2a805c0f5a2_0_0">
            <a:extLst>
              <a:ext uri="{FF2B5EF4-FFF2-40B4-BE49-F238E27FC236}">
                <a16:creationId xmlns:a16="http://schemas.microsoft.com/office/drawing/2014/main" id="{0C223269-DDE9-910D-A85C-6A232EEBDF5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00" y="287327"/>
            <a:ext cx="3043924" cy="945644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g2a805c0f5a2_0_0">
            <a:extLst>
              <a:ext uri="{FF2B5EF4-FFF2-40B4-BE49-F238E27FC236}">
                <a16:creationId xmlns:a16="http://schemas.microsoft.com/office/drawing/2014/main" id="{52A7AF0A-3860-83E0-D799-36B8F64C1B1D}"/>
              </a:ext>
            </a:extLst>
          </p:cNvPr>
          <p:cNvSpPr txBox="1"/>
          <p:nvPr/>
        </p:nvSpPr>
        <p:spPr>
          <a:xfrm>
            <a:off x="67717" y="1365509"/>
            <a:ext cx="8581846" cy="9230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5998" b="1" dirty="0">
                <a:solidFill>
                  <a:schemeClr val="dk1"/>
                </a:solidFill>
              </a:rPr>
              <a:t> {{imię}} </a:t>
            </a:r>
            <a:r>
              <a:rPr lang="pl-PL" sz="5800" b="1" dirty="0">
                <a:solidFill>
                  <a:schemeClr val="dk1"/>
                </a:solidFill>
              </a:rPr>
              <a:t>{{nazwisko}}</a:t>
            </a:r>
            <a:endParaRPr sz="5800" dirty="0"/>
          </a:p>
        </p:txBody>
      </p:sp>
      <p:sp>
        <p:nvSpPr>
          <p:cNvPr id="99" name="Google Shape;99;g2a805c0f5a2_0_0">
            <a:extLst>
              <a:ext uri="{FF2B5EF4-FFF2-40B4-BE49-F238E27FC236}">
                <a16:creationId xmlns:a16="http://schemas.microsoft.com/office/drawing/2014/main" id="{956F426A-B8C9-7258-1BC9-7656AAD18F9A}"/>
              </a:ext>
            </a:extLst>
          </p:cNvPr>
          <p:cNvSpPr txBox="1"/>
          <p:nvPr/>
        </p:nvSpPr>
        <p:spPr>
          <a:xfrm>
            <a:off x="67717" y="3711986"/>
            <a:ext cx="88656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3000" dirty="0">
                <a:solidFill>
                  <a:schemeClr val="dk1"/>
                </a:solidFill>
              </a:rPr>
              <a:t>{{branża}}</a:t>
            </a:r>
            <a:endParaRPr lang="pl-PL" sz="800" dirty="0"/>
          </a:p>
        </p:txBody>
      </p:sp>
      <p:sp>
        <p:nvSpPr>
          <p:cNvPr id="100" name="Google Shape;100;g2a805c0f5a2_0_0">
            <a:extLst>
              <a:ext uri="{FF2B5EF4-FFF2-40B4-BE49-F238E27FC236}">
                <a16:creationId xmlns:a16="http://schemas.microsoft.com/office/drawing/2014/main" id="{1F6AD854-FB68-9FD3-8FF1-4BA2A16A8EB4}"/>
              </a:ext>
            </a:extLst>
          </p:cNvPr>
          <p:cNvSpPr txBox="1"/>
          <p:nvPr/>
        </p:nvSpPr>
        <p:spPr>
          <a:xfrm>
            <a:off x="313500" y="2860818"/>
            <a:ext cx="8188816" cy="6771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4400" dirty="0">
                <a:solidFill>
                  <a:srgbClr val="1F1F1F"/>
                </a:solidFill>
                <a:latin typeface="Google Sans"/>
              </a:rPr>
              <a:t>{{firma}}</a:t>
            </a:r>
            <a:endParaRPr lang="pl-PL" dirty="0"/>
          </a:p>
        </p:txBody>
      </p:sp>
      <p:pic>
        <p:nvPicPr>
          <p:cNvPr id="102" name="Google Shape;102;g2a805c0f5a2_0_0">
            <a:extLst>
              <a:ext uri="{FF2B5EF4-FFF2-40B4-BE49-F238E27FC236}">
                <a16:creationId xmlns:a16="http://schemas.microsoft.com/office/drawing/2014/main" id="{C9B17B39-0789-6BF1-F392-759DD77D9634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70059" y="4892993"/>
            <a:ext cx="3286125" cy="2190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3" name="Google Shape;103;g2a805c0f5a2_0_0">
            <a:extLst>
              <a:ext uri="{FF2B5EF4-FFF2-40B4-BE49-F238E27FC236}">
                <a16:creationId xmlns:a16="http://schemas.microsoft.com/office/drawing/2014/main" id="{A3301427-EFFE-44FC-A506-05C7B72F1A2E}"/>
              </a:ext>
            </a:extLst>
          </p:cNvPr>
          <p:cNvCxnSpPr/>
          <p:nvPr/>
        </p:nvCxnSpPr>
        <p:spPr>
          <a:xfrm>
            <a:off x="2633617" y="2594507"/>
            <a:ext cx="3733800" cy="0"/>
          </a:xfrm>
          <a:prstGeom prst="straightConnector1">
            <a:avLst/>
          </a:prstGeom>
          <a:noFill/>
          <a:ln w="38100" cap="flat" cmpd="sng">
            <a:solidFill>
              <a:srgbClr val="FFD503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" name="pole tekstowe 1">
            <a:extLst>
              <a:ext uri="{FF2B5EF4-FFF2-40B4-BE49-F238E27FC236}">
                <a16:creationId xmlns:a16="http://schemas.microsoft.com/office/drawing/2014/main" id="{F526C0F5-3FAC-ED2E-4EBA-CE55BAD1943E}"/>
              </a:ext>
            </a:extLst>
          </p:cNvPr>
          <p:cNvSpPr txBox="1"/>
          <p:nvPr/>
        </p:nvSpPr>
        <p:spPr>
          <a:xfrm>
            <a:off x="5316380" y="4771697"/>
            <a:ext cx="36169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pl-PL" sz="2400" b="1" dirty="0">
                <a:solidFill>
                  <a:schemeClr val="tx1"/>
                </a:solidFill>
                <a:latin typeface="Arial Black" panose="020B0A04020102020204" pitchFamily="34" charset="0"/>
                <a:ea typeface="Calibri"/>
                <a:cs typeface="Calibri"/>
                <a:sym typeface="Calibri"/>
              </a:rPr>
              <a:t>{{grupa}}</a:t>
            </a:r>
          </a:p>
        </p:txBody>
      </p:sp>
    </p:spTree>
    <p:extLst>
      <p:ext uri="{BB962C8B-B14F-4D97-AF65-F5344CB8AC3E}">
        <p14:creationId xmlns:p14="http://schemas.microsoft.com/office/powerpoint/2010/main" val="16229689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EDCEC4-3ADB-CC32-E9B4-8CFF45F182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ole tekstowe 6">
            <a:extLst>
              <a:ext uri="{FF2B5EF4-FFF2-40B4-BE49-F238E27FC236}">
                <a16:creationId xmlns:a16="http://schemas.microsoft.com/office/drawing/2014/main" id="{989029B6-ECA3-BFB4-6186-C53DCC0BF5E9}"/>
              </a:ext>
            </a:extLst>
          </p:cNvPr>
          <p:cNvSpPr txBox="1"/>
          <p:nvPr/>
        </p:nvSpPr>
        <p:spPr>
          <a:xfrm>
            <a:off x="0" y="2975843"/>
            <a:ext cx="9053740" cy="7309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2710464">
              <a:buClrTx/>
              <a:defRPr/>
            </a:pPr>
            <a:r>
              <a:rPr lang="pl-PL" sz="4150" b="1" dirty="0">
                <a:latin typeface="Arial" panose="020B0604020202020204" pitchFamily="34" charset="0"/>
                <a:cs typeface="Arial" panose="020B0604020202020204" pitchFamily="34" charset="0"/>
              </a:rPr>
              <a:t>{{branża}}</a:t>
            </a:r>
            <a:endParaRPr lang="pl-PL" sz="4150" b="1" dirty="0">
              <a:solidFill>
                <a:sysClr val="windowText" lastClr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pole tekstowe 5">
            <a:extLst>
              <a:ext uri="{FF2B5EF4-FFF2-40B4-BE49-F238E27FC236}">
                <a16:creationId xmlns:a16="http://schemas.microsoft.com/office/drawing/2014/main" id="{9AF2D14D-236E-8047-E7B5-D5B324DE5468}"/>
              </a:ext>
            </a:extLst>
          </p:cNvPr>
          <p:cNvSpPr txBox="1"/>
          <p:nvPr/>
        </p:nvSpPr>
        <p:spPr>
          <a:xfrm>
            <a:off x="18823" y="1504353"/>
            <a:ext cx="9034917" cy="10045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2710464">
              <a:buClrTx/>
              <a:defRPr/>
            </a:pPr>
            <a:r>
              <a:rPr lang="pl-PL" sz="5928" b="1" dirty="0">
                <a:solidFill>
                  <a:srgbClr val="D7182A"/>
                </a:solidFill>
              </a:rPr>
              <a:t>{{Imię}} {{Nazwisko}}</a:t>
            </a:r>
          </a:p>
        </p:txBody>
      </p:sp>
      <p:sp>
        <p:nvSpPr>
          <p:cNvPr id="8" name="pole tekstowe 7">
            <a:extLst>
              <a:ext uri="{FF2B5EF4-FFF2-40B4-BE49-F238E27FC236}">
                <a16:creationId xmlns:a16="http://schemas.microsoft.com/office/drawing/2014/main" id="{C004B6BF-E514-D930-38E5-590BD4B149C0}"/>
              </a:ext>
            </a:extLst>
          </p:cNvPr>
          <p:cNvSpPr txBox="1"/>
          <p:nvPr/>
        </p:nvSpPr>
        <p:spPr>
          <a:xfrm>
            <a:off x="-1" y="4262650"/>
            <a:ext cx="9072563" cy="7309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2710464">
              <a:buClrTx/>
              <a:defRPr/>
            </a:pPr>
            <a:r>
              <a:rPr lang="pl-PL" sz="4150" dirty="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{{Nazwa firmy}}</a:t>
            </a:r>
          </a:p>
        </p:txBody>
      </p:sp>
      <p:sp>
        <p:nvSpPr>
          <p:cNvPr id="9" name="pole tekstowe 8">
            <a:extLst>
              <a:ext uri="{FF2B5EF4-FFF2-40B4-BE49-F238E27FC236}">
                <a16:creationId xmlns:a16="http://schemas.microsoft.com/office/drawing/2014/main" id="{4A036F32-92CE-B2C1-ACFB-2FE99C82AA31}"/>
              </a:ext>
            </a:extLst>
          </p:cNvPr>
          <p:cNvSpPr txBox="1"/>
          <p:nvPr/>
        </p:nvSpPr>
        <p:spPr>
          <a:xfrm>
            <a:off x="4762154" y="431636"/>
            <a:ext cx="4291586" cy="5712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defTabSz="2710464">
              <a:buClrTx/>
              <a:defRPr/>
            </a:pPr>
            <a:r>
              <a:rPr lang="pl-PL" sz="3112" b="1" dirty="0">
                <a:solidFill>
                  <a:srgbClr val="696A6D"/>
                </a:solidFill>
              </a:rPr>
              <a:t>{{Grupa}}</a:t>
            </a:r>
          </a:p>
        </p:txBody>
      </p:sp>
      <p:pic>
        <p:nvPicPr>
          <p:cNvPr id="3" name="Obraz 2">
            <a:extLst>
              <a:ext uri="{FF2B5EF4-FFF2-40B4-BE49-F238E27FC236}">
                <a16:creationId xmlns:a16="http://schemas.microsoft.com/office/drawing/2014/main" id="{6DF2CED2-DBE4-94A3-C7DA-552FC5256F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8868" y="431636"/>
            <a:ext cx="2020451" cy="5712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53259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CA7327-AF02-90D0-E84C-49F593793F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ole tekstowe 6">
            <a:extLst>
              <a:ext uri="{FF2B5EF4-FFF2-40B4-BE49-F238E27FC236}">
                <a16:creationId xmlns:a16="http://schemas.microsoft.com/office/drawing/2014/main" id="{49C6FFDC-9854-AAEE-EDC7-D1FEB2DC6A54}"/>
              </a:ext>
            </a:extLst>
          </p:cNvPr>
          <p:cNvSpPr txBox="1"/>
          <p:nvPr/>
        </p:nvSpPr>
        <p:spPr>
          <a:xfrm>
            <a:off x="0" y="2756610"/>
            <a:ext cx="9053740" cy="7309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2710464">
              <a:buClrTx/>
              <a:defRPr/>
            </a:pPr>
            <a:r>
              <a:rPr lang="pl-PL" sz="4150" b="1" dirty="0">
                <a:latin typeface="Arial" panose="020B0604020202020204" pitchFamily="34" charset="0"/>
                <a:cs typeface="Arial" panose="020B0604020202020204" pitchFamily="34" charset="0"/>
              </a:rPr>
              <a:t>{{branża}}</a:t>
            </a:r>
            <a:endParaRPr lang="pl-PL" sz="4150" b="1" dirty="0">
              <a:solidFill>
                <a:sysClr val="windowText" lastClr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pole tekstowe 5">
            <a:extLst>
              <a:ext uri="{FF2B5EF4-FFF2-40B4-BE49-F238E27FC236}">
                <a16:creationId xmlns:a16="http://schemas.microsoft.com/office/drawing/2014/main" id="{F09E154C-8915-968C-4303-7C5F34BF3421}"/>
              </a:ext>
            </a:extLst>
          </p:cNvPr>
          <p:cNvSpPr txBox="1"/>
          <p:nvPr/>
        </p:nvSpPr>
        <p:spPr>
          <a:xfrm>
            <a:off x="18823" y="1504353"/>
            <a:ext cx="9034917" cy="10045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2710464">
              <a:buClrTx/>
              <a:defRPr/>
            </a:pPr>
            <a:r>
              <a:rPr lang="pl-PL" sz="5928" b="1" dirty="0">
                <a:solidFill>
                  <a:srgbClr val="D7182A"/>
                </a:solidFill>
              </a:rPr>
              <a:t>{{Imię}} {{Nazwisko}}</a:t>
            </a:r>
          </a:p>
        </p:txBody>
      </p:sp>
      <p:sp>
        <p:nvSpPr>
          <p:cNvPr id="8" name="pole tekstowe 7">
            <a:extLst>
              <a:ext uri="{FF2B5EF4-FFF2-40B4-BE49-F238E27FC236}">
                <a16:creationId xmlns:a16="http://schemas.microsoft.com/office/drawing/2014/main" id="{C0BC620B-493C-713D-2F3E-88A03C7B8A9D}"/>
              </a:ext>
            </a:extLst>
          </p:cNvPr>
          <p:cNvSpPr txBox="1"/>
          <p:nvPr/>
        </p:nvSpPr>
        <p:spPr>
          <a:xfrm>
            <a:off x="-1" y="3487579"/>
            <a:ext cx="9072563" cy="7309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2710464">
              <a:buClrTx/>
              <a:defRPr/>
            </a:pPr>
            <a:r>
              <a:rPr lang="pl-PL" sz="4150" dirty="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{{Nazwa firmy}}</a:t>
            </a:r>
          </a:p>
        </p:txBody>
      </p:sp>
      <p:pic>
        <p:nvPicPr>
          <p:cNvPr id="3" name="Obraz 2">
            <a:extLst>
              <a:ext uri="{FF2B5EF4-FFF2-40B4-BE49-F238E27FC236}">
                <a16:creationId xmlns:a16="http://schemas.microsoft.com/office/drawing/2014/main" id="{D5835E0D-0BB6-FA3B-DAE3-D5151B2C3E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8868" y="431636"/>
            <a:ext cx="2020451" cy="571247"/>
          </a:xfrm>
          <a:prstGeom prst="rect">
            <a:avLst/>
          </a:prstGeom>
        </p:spPr>
      </p:pic>
      <p:sp>
        <p:nvSpPr>
          <p:cNvPr id="2" name="Prostokąt 1">
            <a:extLst>
              <a:ext uri="{FF2B5EF4-FFF2-40B4-BE49-F238E27FC236}">
                <a16:creationId xmlns:a16="http://schemas.microsoft.com/office/drawing/2014/main" id="{8E756070-19EC-B969-24C6-0894096B3578}"/>
              </a:ext>
            </a:extLst>
          </p:cNvPr>
          <p:cNvSpPr/>
          <p:nvPr/>
        </p:nvSpPr>
        <p:spPr>
          <a:xfrm>
            <a:off x="-1" y="4993619"/>
            <a:ext cx="9091387" cy="838856"/>
          </a:xfrm>
          <a:prstGeom prst="rect">
            <a:avLst/>
          </a:prstGeom>
          <a:solidFill>
            <a:srgbClr val="6A6A6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4400" b="1" dirty="0"/>
              <a:t>GOŚĆ</a:t>
            </a:r>
          </a:p>
        </p:txBody>
      </p:sp>
    </p:spTree>
    <p:extLst>
      <p:ext uri="{BB962C8B-B14F-4D97-AF65-F5344CB8AC3E}">
        <p14:creationId xmlns:p14="http://schemas.microsoft.com/office/powerpoint/2010/main" val="35316373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5B8A73-45A0-3E1F-8216-B5AF92886A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ole tekstowe 6">
            <a:extLst>
              <a:ext uri="{FF2B5EF4-FFF2-40B4-BE49-F238E27FC236}">
                <a16:creationId xmlns:a16="http://schemas.microsoft.com/office/drawing/2014/main" id="{B39579CD-2B96-E093-9B42-BAF159F82076}"/>
              </a:ext>
            </a:extLst>
          </p:cNvPr>
          <p:cNvSpPr txBox="1"/>
          <p:nvPr/>
        </p:nvSpPr>
        <p:spPr>
          <a:xfrm>
            <a:off x="0" y="2756610"/>
            <a:ext cx="9053740" cy="7309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2710464">
              <a:buClrTx/>
              <a:defRPr/>
            </a:pPr>
            <a:r>
              <a:rPr lang="pl-PL" sz="4150" b="1" dirty="0">
                <a:latin typeface="Arial" panose="020B0604020202020204" pitchFamily="34" charset="0"/>
                <a:cs typeface="Arial" panose="020B0604020202020204" pitchFamily="34" charset="0"/>
              </a:rPr>
              <a:t>{{branża}}</a:t>
            </a:r>
            <a:endParaRPr lang="pl-PL" sz="4150" b="1" dirty="0">
              <a:solidFill>
                <a:sysClr val="windowText" lastClr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pole tekstowe 5">
            <a:extLst>
              <a:ext uri="{FF2B5EF4-FFF2-40B4-BE49-F238E27FC236}">
                <a16:creationId xmlns:a16="http://schemas.microsoft.com/office/drawing/2014/main" id="{7CADE30F-3997-1DA2-9A9B-A60BC9D2932A}"/>
              </a:ext>
            </a:extLst>
          </p:cNvPr>
          <p:cNvSpPr txBox="1"/>
          <p:nvPr/>
        </p:nvSpPr>
        <p:spPr>
          <a:xfrm>
            <a:off x="18823" y="1504353"/>
            <a:ext cx="9034917" cy="10045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2710464">
              <a:buClrTx/>
              <a:defRPr/>
            </a:pPr>
            <a:r>
              <a:rPr lang="pl-PL" sz="5928" b="1" dirty="0">
                <a:solidFill>
                  <a:srgbClr val="D7182A"/>
                </a:solidFill>
              </a:rPr>
              <a:t>{{Imię}} {{Nazwisko}}</a:t>
            </a:r>
          </a:p>
        </p:txBody>
      </p:sp>
      <p:sp>
        <p:nvSpPr>
          <p:cNvPr id="8" name="pole tekstowe 7">
            <a:extLst>
              <a:ext uri="{FF2B5EF4-FFF2-40B4-BE49-F238E27FC236}">
                <a16:creationId xmlns:a16="http://schemas.microsoft.com/office/drawing/2014/main" id="{9F990602-B42A-2A85-7898-E4FD2DBAC120}"/>
              </a:ext>
            </a:extLst>
          </p:cNvPr>
          <p:cNvSpPr txBox="1"/>
          <p:nvPr/>
        </p:nvSpPr>
        <p:spPr>
          <a:xfrm>
            <a:off x="-1" y="3487579"/>
            <a:ext cx="9072563" cy="7309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2710464">
              <a:buClrTx/>
              <a:defRPr/>
            </a:pPr>
            <a:r>
              <a:rPr lang="pl-PL" sz="4150" dirty="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{{Nazwa firmy}}</a:t>
            </a:r>
          </a:p>
        </p:txBody>
      </p:sp>
      <p:pic>
        <p:nvPicPr>
          <p:cNvPr id="3" name="Obraz 2">
            <a:extLst>
              <a:ext uri="{FF2B5EF4-FFF2-40B4-BE49-F238E27FC236}">
                <a16:creationId xmlns:a16="http://schemas.microsoft.com/office/drawing/2014/main" id="{B96D8BFE-9088-20BB-2C5A-62B430B097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8868" y="431636"/>
            <a:ext cx="2020451" cy="571247"/>
          </a:xfrm>
          <a:prstGeom prst="rect">
            <a:avLst/>
          </a:prstGeom>
        </p:spPr>
      </p:pic>
      <p:sp>
        <p:nvSpPr>
          <p:cNvPr id="2" name="Prostokąt 1">
            <a:extLst>
              <a:ext uri="{FF2B5EF4-FFF2-40B4-BE49-F238E27FC236}">
                <a16:creationId xmlns:a16="http://schemas.microsoft.com/office/drawing/2014/main" id="{8AD80368-5CA7-F821-1A50-D7E7F48E333C}"/>
              </a:ext>
            </a:extLst>
          </p:cNvPr>
          <p:cNvSpPr/>
          <p:nvPr/>
        </p:nvSpPr>
        <p:spPr>
          <a:xfrm>
            <a:off x="-1" y="4993619"/>
            <a:ext cx="9091387" cy="838856"/>
          </a:xfrm>
          <a:prstGeom prst="rect">
            <a:avLst/>
          </a:prstGeom>
          <a:solidFill>
            <a:srgbClr val="6A6A6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4400" b="1" dirty="0"/>
              <a:t>OBSERWATOR</a:t>
            </a:r>
          </a:p>
        </p:txBody>
      </p:sp>
    </p:spTree>
    <p:extLst>
      <p:ext uri="{BB962C8B-B14F-4D97-AF65-F5344CB8AC3E}">
        <p14:creationId xmlns:p14="http://schemas.microsoft.com/office/powerpoint/2010/main" val="40323565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830F42E9-5F19-FFF9-EAEE-F6B42C0669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a805c0f5a2_0_0">
            <a:extLst>
              <a:ext uri="{FF2B5EF4-FFF2-40B4-BE49-F238E27FC236}">
                <a16:creationId xmlns:a16="http://schemas.microsoft.com/office/drawing/2014/main" id="{82D627C4-2AB7-2B2D-B2B5-76819D38082B}"/>
              </a:ext>
            </a:extLst>
          </p:cNvPr>
          <p:cNvSpPr/>
          <p:nvPr/>
        </p:nvSpPr>
        <p:spPr>
          <a:xfrm>
            <a:off x="0" y="4686300"/>
            <a:ext cx="9072600" cy="678300"/>
          </a:xfrm>
          <a:prstGeom prst="rect">
            <a:avLst/>
          </a:prstGeom>
          <a:solidFill>
            <a:srgbClr val="FFD50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sz="2200" b="1" i="0" u="none" strike="noStrike" cap="none" dirty="0">
              <a:solidFill>
                <a:schemeClr val="tx1"/>
              </a:solidFill>
              <a:latin typeface="Arial Black" panose="020B0A04020102020204" pitchFamily="34" charset="0"/>
              <a:ea typeface="Calibri"/>
              <a:cs typeface="Calibri"/>
              <a:sym typeface="Calibri"/>
            </a:endParaRPr>
          </a:p>
        </p:txBody>
      </p:sp>
      <p:pic>
        <p:nvPicPr>
          <p:cNvPr id="97" name="Google Shape;97;g2a805c0f5a2_0_0">
            <a:extLst>
              <a:ext uri="{FF2B5EF4-FFF2-40B4-BE49-F238E27FC236}">
                <a16:creationId xmlns:a16="http://schemas.microsoft.com/office/drawing/2014/main" id="{C072C687-BD8C-4B71-737F-EF5907B0188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00" y="287327"/>
            <a:ext cx="3043924" cy="945644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g2a805c0f5a2_0_0">
            <a:extLst>
              <a:ext uri="{FF2B5EF4-FFF2-40B4-BE49-F238E27FC236}">
                <a16:creationId xmlns:a16="http://schemas.microsoft.com/office/drawing/2014/main" id="{2A8E9582-D9E2-4442-B5B8-8BF1AEF490C5}"/>
              </a:ext>
            </a:extLst>
          </p:cNvPr>
          <p:cNvSpPr txBox="1"/>
          <p:nvPr/>
        </p:nvSpPr>
        <p:spPr>
          <a:xfrm>
            <a:off x="67717" y="1365509"/>
            <a:ext cx="8581846" cy="9230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5998" b="1" dirty="0">
                <a:solidFill>
                  <a:schemeClr val="dk1"/>
                </a:solidFill>
              </a:rPr>
              <a:t> {{imię}} </a:t>
            </a:r>
            <a:r>
              <a:rPr lang="pl-PL" sz="5800" b="1" dirty="0">
                <a:solidFill>
                  <a:schemeClr val="dk1"/>
                </a:solidFill>
              </a:rPr>
              <a:t>{{nazwisko}}</a:t>
            </a:r>
            <a:endParaRPr sz="5800" dirty="0"/>
          </a:p>
        </p:txBody>
      </p:sp>
      <p:sp>
        <p:nvSpPr>
          <p:cNvPr id="99" name="Google Shape;99;g2a805c0f5a2_0_0">
            <a:extLst>
              <a:ext uri="{FF2B5EF4-FFF2-40B4-BE49-F238E27FC236}">
                <a16:creationId xmlns:a16="http://schemas.microsoft.com/office/drawing/2014/main" id="{FBB8D1D6-104C-92E9-79E2-8B7A5A18F731}"/>
              </a:ext>
            </a:extLst>
          </p:cNvPr>
          <p:cNvSpPr txBox="1"/>
          <p:nvPr/>
        </p:nvSpPr>
        <p:spPr>
          <a:xfrm>
            <a:off x="67717" y="3711986"/>
            <a:ext cx="88656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3000" dirty="0">
                <a:solidFill>
                  <a:schemeClr val="dk1"/>
                </a:solidFill>
              </a:rPr>
              <a:t>{{branża}}</a:t>
            </a:r>
            <a:endParaRPr lang="pl-PL" sz="800" dirty="0"/>
          </a:p>
        </p:txBody>
      </p:sp>
      <p:sp>
        <p:nvSpPr>
          <p:cNvPr id="100" name="Google Shape;100;g2a805c0f5a2_0_0">
            <a:extLst>
              <a:ext uri="{FF2B5EF4-FFF2-40B4-BE49-F238E27FC236}">
                <a16:creationId xmlns:a16="http://schemas.microsoft.com/office/drawing/2014/main" id="{1A391E51-F2E1-B61B-8167-D5C52DA531C2}"/>
              </a:ext>
            </a:extLst>
          </p:cNvPr>
          <p:cNvSpPr txBox="1"/>
          <p:nvPr/>
        </p:nvSpPr>
        <p:spPr>
          <a:xfrm>
            <a:off x="313500" y="2860818"/>
            <a:ext cx="8188816" cy="6771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4400" dirty="0">
                <a:solidFill>
                  <a:srgbClr val="1F1F1F"/>
                </a:solidFill>
                <a:latin typeface="Google Sans"/>
              </a:rPr>
              <a:t>{{firma}}</a:t>
            </a:r>
            <a:endParaRPr lang="pl-PL" dirty="0"/>
          </a:p>
        </p:txBody>
      </p:sp>
      <p:pic>
        <p:nvPicPr>
          <p:cNvPr id="102" name="Google Shape;102;g2a805c0f5a2_0_0">
            <a:extLst>
              <a:ext uri="{FF2B5EF4-FFF2-40B4-BE49-F238E27FC236}">
                <a16:creationId xmlns:a16="http://schemas.microsoft.com/office/drawing/2014/main" id="{79285890-FACA-2B4E-B3EA-943EE20A05E2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70059" y="4892993"/>
            <a:ext cx="3286125" cy="2190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3" name="Google Shape;103;g2a805c0f5a2_0_0">
            <a:extLst>
              <a:ext uri="{FF2B5EF4-FFF2-40B4-BE49-F238E27FC236}">
                <a16:creationId xmlns:a16="http://schemas.microsoft.com/office/drawing/2014/main" id="{1D6F6B63-B82A-5AD2-B05F-1A01974CAE3E}"/>
              </a:ext>
            </a:extLst>
          </p:cNvPr>
          <p:cNvCxnSpPr/>
          <p:nvPr/>
        </p:nvCxnSpPr>
        <p:spPr>
          <a:xfrm>
            <a:off x="2633617" y="2594507"/>
            <a:ext cx="3733800" cy="0"/>
          </a:xfrm>
          <a:prstGeom prst="straightConnector1">
            <a:avLst/>
          </a:prstGeom>
          <a:noFill/>
          <a:ln w="38100" cap="flat" cmpd="sng">
            <a:solidFill>
              <a:srgbClr val="FFD503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" name="pole tekstowe 1">
            <a:extLst>
              <a:ext uri="{FF2B5EF4-FFF2-40B4-BE49-F238E27FC236}">
                <a16:creationId xmlns:a16="http://schemas.microsoft.com/office/drawing/2014/main" id="{23A0477D-21B9-A65B-8CA4-9A7B45F952A3}"/>
              </a:ext>
            </a:extLst>
          </p:cNvPr>
          <p:cNvSpPr txBox="1"/>
          <p:nvPr/>
        </p:nvSpPr>
        <p:spPr>
          <a:xfrm>
            <a:off x="5316380" y="4771697"/>
            <a:ext cx="36169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pl-PL" sz="2400" b="1" dirty="0">
                <a:solidFill>
                  <a:schemeClr val="tx1"/>
                </a:solidFill>
                <a:latin typeface="Arial Black" panose="020B0A04020102020204" pitchFamily="34" charset="0"/>
                <a:ea typeface="Calibri"/>
                <a:cs typeface="Calibri"/>
                <a:sym typeface="Calibri"/>
              </a:rPr>
              <a:t>{{grupa}}</a:t>
            </a:r>
          </a:p>
        </p:txBody>
      </p:sp>
    </p:spTree>
    <p:extLst>
      <p:ext uri="{BB962C8B-B14F-4D97-AF65-F5344CB8AC3E}">
        <p14:creationId xmlns:p14="http://schemas.microsoft.com/office/powerpoint/2010/main" val="1316184106"/>
      </p:ext>
    </p:extLst>
  </p:cSld>
  <p:clrMapOvr>
    <a:masterClrMapping/>
  </p:clrMapOvr>
</p:sld>
</file>

<file path=ppt/theme/theme1.xml><?xml version="1.0" encoding="utf-8"?>
<a:theme xmlns:a="http://schemas.openxmlformats.org/drawingml/2006/main" name="Motyw pakietu Office">
  <a:themeElements>
    <a:clrScheme name="Motyw pakietu 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5732</TotalTime>
  <Words>89</Words>
  <Application>Microsoft Office PowerPoint</Application>
  <PresentationFormat>Niestandardowy</PresentationFormat>
  <Paragraphs>28</Paragraphs>
  <Slides>5</Slides>
  <Notes>5</Notes>
  <HiddenSlides>0</HiddenSlides>
  <MMClips>0</MMClips>
  <ScaleCrop>false</ScaleCrop>
  <HeadingPairs>
    <vt:vector size="6" baseType="variant">
      <vt:variant>
        <vt:lpstr>Używane czcionki</vt:lpstr>
      </vt:variant>
      <vt:variant>
        <vt:i4>4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5</vt:i4>
      </vt:variant>
    </vt:vector>
  </HeadingPairs>
  <TitlesOfParts>
    <vt:vector size="10" baseType="lpstr">
      <vt:lpstr>Google Sans</vt:lpstr>
      <vt:lpstr>Arial Black</vt:lpstr>
      <vt:lpstr>Arial</vt:lpstr>
      <vt:lpstr>Calibri</vt:lpstr>
      <vt:lpstr>Motyw pakietu Office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Prezentacja programu PowerPoint</dc:title>
  <dc:creator>Iwo Kolasiński</dc:creator>
  <cp:lastModifiedBy>Patryk Wyczółkowski - The Company</cp:lastModifiedBy>
  <cp:revision>8</cp:revision>
  <cp:lastPrinted>2025-03-20T11:04:00Z</cp:lastPrinted>
  <dcterms:created xsi:type="dcterms:W3CDTF">2023-10-10T08:36:14Z</dcterms:created>
  <dcterms:modified xsi:type="dcterms:W3CDTF">2026-04-04T14:23:31Z</dcterms:modified>
</cp:coreProperties>
</file>